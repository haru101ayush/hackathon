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5" r:id="rId1"/>
  </p:sldMasterIdLst>
  <p:notesMasterIdLst>
    <p:notesMasterId r:id="rId11"/>
  </p:notesMasterIdLst>
  <p:sldIdLst>
    <p:sldId id="256" r:id="rId2"/>
    <p:sldId id="257" r:id="rId3"/>
    <p:sldId id="269" r:id="rId4"/>
    <p:sldId id="266" r:id="rId5"/>
    <p:sldId id="270" r:id="rId6"/>
    <p:sldId id="261" r:id="rId7"/>
    <p:sldId id="262" r:id="rId8"/>
    <p:sldId id="258" r:id="rId9"/>
    <p:sldId id="259" r:id="rId10"/>
  </p:sldIdLst>
  <p:sldSz cx="12192000" cy="6858000"/>
  <p:notesSz cx="6858000" cy="9144000"/>
  <p:embeddedFontLst>
    <p:embeddedFont>
      <p:font typeface="Inter" panose="020B0604020202020204" charset="0"/>
      <p:regular r:id="rId12"/>
      <p:bold r:id="rId13"/>
    </p:embeddedFont>
    <p:embeddedFont>
      <p:font typeface="Franklin Gothic" panose="020B0604020202020204" charset="0"/>
      <p:bold r:id="rId14"/>
    </p:embeddedFont>
    <p:embeddedFont>
      <p:font typeface="Libre Franklin" panose="020B0604020202020204" charset="0"/>
      <p:regular r:id="rId15"/>
      <p:bold r:id="rId16"/>
      <p:italic r:id="rId17"/>
      <p:boldItalic r:id="rId18"/>
    </p:embeddedFont>
    <p:embeddedFont>
      <p:font typeface="Bahnschrift SemiCondensed" panose="020B0502040204020203" pitchFamily="34" charset="0"/>
      <p:regular r:id="rId19"/>
      <p:bold r:id="rId20"/>
    </p:embeddedFont>
    <p:embeddedFont>
      <p:font typeface="Calibri" panose="020F0502020204030204" pitchFamily="3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3" roundtripDataSignature="AMtx7mhKrVYtUuROOjleMvxlmXAYe93CC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ru" initials="H" lastIdx="2" clrIdx="0">
    <p:extLst>
      <p:ext uri="{19B8F6BF-5375-455C-9EA6-DF929625EA0E}">
        <p15:presenceInfo xmlns:p15="http://schemas.microsoft.com/office/powerpoint/2012/main" userId="Har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495A2"/>
    <a:srgbClr val="AD5F86"/>
    <a:srgbClr val="7CA655"/>
    <a:srgbClr val="F9D4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574" autoAdjust="0"/>
    <p:restoredTop sz="94660"/>
  </p:normalViewPr>
  <p:slideViewPr>
    <p:cSldViewPr snapToGrid="0">
      <p:cViewPr>
        <p:scale>
          <a:sx n="75" d="100"/>
          <a:sy n="75" d="100"/>
        </p:scale>
        <p:origin x="-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10.fntdata"/><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3.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8.fntdata"/><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43" Type="http://customschemas.google.com/relationships/presentationmetadata" Target="metadata"/><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1"/>
        <p:cNvGrpSpPr/>
        <p:nvPr/>
      </p:nvGrpSpPr>
      <p:grpSpPr>
        <a:xfrm>
          <a:off x="0" y="0"/>
          <a:ext cx="0" cy="0"/>
          <a:chOff x="0" y="0"/>
          <a:chExt cx="0" cy="0"/>
        </a:xfrm>
      </p:grpSpPr>
      <p:sp>
        <p:nvSpPr>
          <p:cNvPr id="2512" name="Google Shape;2512;g1fd5d481548_2_19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3" name="Google Shape;2513;g1fd5d481548_2_1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0"/>
        <p:cNvGrpSpPr/>
        <p:nvPr/>
      </p:nvGrpSpPr>
      <p:grpSpPr>
        <a:xfrm>
          <a:off x="0" y="0"/>
          <a:ext cx="0" cy="0"/>
          <a:chOff x="0" y="0"/>
          <a:chExt cx="0" cy="0"/>
        </a:xfrm>
      </p:grpSpPr>
      <p:sp>
        <p:nvSpPr>
          <p:cNvPr id="2521" name="Google Shape;2521;g1fd5d481548_2_20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2" name="Google Shape;2522;g1fd5d481548_2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0"/>
        <p:cNvGrpSpPr/>
        <p:nvPr/>
      </p:nvGrpSpPr>
      <p:grpSpPr>
        <a:xfrm>
          <a:off x="0" y="0"/>
          <a:ext cx="0" cy="0"/>
          <a:chOff x="0" y="0"/>
          <a:chExt cx="0" cy="0"/>
        </a:xfrm>
      </p:grpSpPr>
      <p:sp>
        <p:nvSpPr>
          <p:cNvPr id="2521" name="Google Shape;2521;g1fd5d481548_2_20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2" name="Google Shape;2522;g1fd5d481548_2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244568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0"/>
        <p:cNvGrpSpPr/>
        <p:nvPr/>
      </p:nvGrpSpPr>
      <p:grpSpPr>
        <a:xfrm>
          <a:off x="0" y="0"/>
          <a:ext cx="0" cy="0"/>
          <a:chOff x="0" y="0"/>
          <a:chExt cx="0" cy="0"/>
        </a:xfrm>
      </p:grpSpPr>
      <p:sp>
        <p:nvSpPr>
          <p:cNvPr id="2521" name="Google Shape;2521;g1fd5d481548_2_20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2" name="Google Shape;2522;g1fd5d481548_2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726138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0"/>
        <p:cNvGrpSpPr/>
        <p:nvPr/>
      </p:nvGrpSpPr>
      <p:grpSpPr>
        <a:xfrm>
          <a:off x="0" y="0"/>
          <a:ext cx="0" cy="0"/>
          <a:chOff x="0" y="0"/>
          <a:chExt cx="0" cy="0"/>
        </a:xfrm>
      </p:grpSpPr>
      <p:sp>
        <p:nvSpPr>
          <p:cNvPr id="2531" name="Google Shape;2531;g1fd5d481548_2_2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32" name="Google Shape;2532;g1fd5d481548_2_2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0"/>
        <p:cNvGrpSpPr/>
        <p:nvPr/>
      </p:nvGrpSpPr>
      <p:grpSpPr>
        <a:xfrm>
          <a:off x="0" y="0"/>
          <a:ext cx="0" cy="0"/>
          <a:chOff x="0" y="0"/>
          <a:chExt cx="0" cy="0"/>
        </a:xfrm>
      </p:grpSpPr>
      <p:sp>
        <p:nvSpPr>
          <p:cNvPr id="2541" name="Google Shape;2541;g1fd5d481548_2_2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42" name="Google Shape;2542;g1fd5d481548_2_2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p:cSld name="Title">
    <p:bg>
      <p:bgPr>
        <a:solidFill>
          <a:schemeClr val="lt1"/>
        </a:solidFill>
        <a:effectLst/>
      </p:bgPr>
    </p:bg>
    <p:spTree>
      <p:nvGrpSpPr>
        <p:cNvPr id="1" name="Shape 2320"/>
        <p:cNvGrpSpPr/>
        <p:nvPr/>
      </p:nvGrpSpPr>
      <p:grpSpPr>
        <a:xfrm>
          <a:off x="0" y="0"/>
          <a:ext cx="0" cy="0"/>
          <a:chOff x="0" y="0"/>
          <a:chExt cx="0" cy="0"/>
        </a:xfrm>
      </p:grpSpPr>
      <p:sp>
        <p:nvSpPr>
          <p:cNvPr id="2321" name="Google Shape;2321;g1fd5d481548_2_6"/>
          <p:cNvSpPr txBox="1">
            <a:spLocks noGrp="1"/>
          </p:cNvSpPr>
          <p:nvPr>
            <p:ph type="ctrTitle"/>
          </p:nvPr>
        </p:nvSpPr>
        <p:spPr>
          <a:xfrm>
            <a:off x="6367054" y="2116182"/>
            <a:ext cx="5491571" cy="1514019"/>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6000"/>
              <a:buFont typeface="Franklin Gothic"/>
              <a:buNone/>
              <a:defRPr sz="6000" b="1" i="0">
                <a:solidFill>
                  <a:schemeClr val="dk1"/>
                </a:solidFill>
                <a:latin typeface="Franklin Gothic"/>
                <a:ea typeface="Franklin Gothic"/>
                <a:cs typeface="Franklin Gothic"/>
                <a:sym typeface="Franklin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grpSp>
        <p:nvGrpSpPr>
          <p:cNvPr id="2322" name="Google Shape;2322;g1fd5d481548_2_6"/>
          <p:cNvGrpSpPr/>
          <p:nvPr/>
        </p:nvGrpSpPr>
        <p:grpSpPr>
          <a:xfrm>
            <a:off x="1" y="758752"/>
            <a:ext cx="6099248" cy="6099248"/>
            <a:chOff x="0" y="12289"/>
            <a:chExt cx="3550" cy="3551"/>
          </a:xfrm>
        </p:grpSpPr>
        <p:sp>
          <p:nvSpPr>
            <p:cNvPr id="2323" name="Google Shape;2323;g1fd5d481548_2_6"/>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324" name="Google Shape;2324;g1fd5d481548_2_6"/>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325" name="Google Shape;2325;g1fd5d481548_2_6"/>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grpSp>
      <p:sp>
        <p:nvSpPr>
          <p:cNvPr id="2326" name="Google Shape;2326;g1fd5d481548_2_6"/>
          <p:cNvSpPr txBox="1">
            <a:spLocks noGrp="1"/>
          </p:cNvSpPr>
          <p:nvPr>
            <p:ph type="body" idx="1"/>
          </p:nvPr>
        </p:nvSpPr>
        <p:spPr>
          <a:xfrm>
            <a:off x="6367055" y="4549553"/>
            <a:ext cx="5491570" cy="9533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lt2"/>
              </a:buClr>
              <a:buSzPts val="1800"/>
              <a:buNone/>
              <a:defRPr sz="1800" b="0" i="0">
                <a:solidFill>
                  <a:schemeClr val="lt2"/>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2327" name="Google Shape;2327;g1fd5d481548_2_6"/>
          <p:cNvCxnSpPr/>
          <p:nvPr/>
        </p:nvCxnSpPr>
        <p:spPr>
          <a:xfrm>
            <a:off x="5839833" y="5784349"/>
            <a:ext cx="2133600" cy="3992"/>
          </a:xfrm>
          <a:prstGeom prst="straightConnector1">
            <a:avLst/>
          </a:prstGeom>
          <a:noFill/>
          <a:ln w="101600" cap="flat" cmpd="sng">
            <a:solidFill>
              <a:schemeClr val="lt2"/>
            </a:solidFill>
            <a:prstDash val="solid"/>
            <a:miter lim="800000"/>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ntroduction">
  <p:cSld name="Introduction">
    <p:spTree>
      <p:nvGrpSpPr>
        <p:cNvPr id="1" name="Shape 2328"/>
        <p:cNvGrpSpPr/>
        <p:nvPr/>
      </p:nvGrpSpPr>
      <p:grpSpPr>
        <a:xfrm>
          <a:off x="0" y="0"/>
          <a:ext cx="0" cy="0"/>
          <a:chOff x="0" y="0"/>
          <a:chExt cx="0" cy="0"/>
        </a:xfrm>
      </p:grpSpPr>
      <p:grpSp>
        <p:nvGrpSpPr>
          <p:cNvPr id="2329" name="Google Shape;2329;g1fd5d481548_2_14"/>
          <p:cNvGrpSpPr/>
          <p:nvPr/>
        </p:nvGrpSpPr>
        <p:grpSpPr>
          <a:xfrm rot="5400000" flipH="1">
            <a:off x="0" y="3900132"/>
            <a:ext cx="2959226" cy="2959226"/>
            <a:chOff x="0" y="12289"/>
            <a:chExt cx="3550" cy="3551"/>
          </a:xfrm>
        </p:grpSpPr>
        <p:sp>
          <p:nvSpPr>
            <p:cNvPr id="2330" name="Google Shape;2330;g1fd5d481548_2_14"/>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331" name="Google Shape;2331;g1fd5d481548_2_14"/>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332" name="Google Shape;2332;g1fd5d481548_2_14"/>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grpSp>
      <p:sp>
        <p:nvSpPr>
          <p:cNvPr id="2333" name="Google Shape;2333;g1fd5d481548_2_14"/>
          <p:cNvSpPr>
            <a:spLocks noGrp="1"/>
          </p:cNvSpPr>
          <p:nvPr>
            <p:ph type="pic" idx="2"/>
          </p:nvPr>
        </p:nvSpPr>
        <p:spPr>
          <a:xfrm>
            <a:off x="6096000" y="-22543"/>
            <a:ext cx="6096000" cy="6903086"/>
          </a:xfrm>
          <a:prstGeom prst="rect">
            <a:avLst/>
          </a:prstGeom>
          <a:noFill/>
          <a:ln>
            <a:noFill/>
          </a:ln>
        </p:spPr>
      </p:sp>
      <p:sp>
        <p:nvSpPr>
          <p:cNvPr id="2334" name="Google Shape;2334;g1fd5d481548_2_14"/>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2335" name="Google Shape;2335;g1fd5d481548_2_14"/>
          <p:cNvCxnSpPr/>
          <p:nvPr/>
        </p:nvCxnSpPr>
        <p:spPr>
          <a:xfrm>
            <a:off x="952500"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2336" name="Google Shape;2336;g1fd5d481548_2_14"/>
          <p:cNvSpPr txBox="1">
            <a:spLocks noGrp="1"/>
          </p:cNvSpPr>
          <p:nvPr>
            <p:ph type="body" idx="1"/>
          </p:nvPr>
        </p:nvSpPr>
        <p:spPr>
          <a:xfrm>
            <a:off x="952499" y="2289363"/>
            <a:ext cx="4572001" cy="27952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600"/>
              <a:buNone/>
              <a:defRPr sz="16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337" name="Google Shape;2337;g1fd5d481548_2_14"/>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38" name="Google Shape;2338;g1fd5d481548_2_14"/>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39" name="Google Shape;2339;g1fd5d481548_2_14"/>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pos="600">
          <p15:clr>
            <a:srgbClr val="FBAE40"/>
          </p15:clr>
        </p15:guide>
        <p15:guide id="2" pos="3480">
          <p15:clr>
            <a:srgbClr val="FBAE40"/>
          </p15:clr>
        </p15:guide>
        <p15:guide id="3" orient="horz" pos="1440">
          <p15:clr>
            <a:srgbClr val="FBAE40"/>
          </p15:clr>
        </p15:guide>
        <p15:guide id="4" orient="horz" pos="1224">
          <p15:clr>
            <a:srgbClr val="FBAE40"/>
          </p15:clr>
        </p15:guide>
        <p15:guide id="5" orient="horz" pos="55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ummary ">
  <p:cSld name="Summary ">
    <p:bg>
      <p:bgPr>
        <a:solidFill>
          <a:schemeClr val="lt1"/>
        </a:solidFill>
        <a:effectLst/>
      </p:bgPr>
    </p:bg>
    <p:spTree>
      <p:nvGrpSpPr>
        <p:cNvPr id="1" name="Shape 2340"/>
        <p:cNvGrpSpPr/>
        <p:nvPr/>
      </p:nvGrpSpPr>
      <p:grpSpPr>
        <a:xfrm>
          <a:off x="0" y="0"/>
          <a:ext cx="0" cy="0"/>
          <a:chOff x="0" y="0"/>
          <a:chExt cx="0" cy="0"/>
        </a:xfrm>
      </p:grpSpPr>
      <p:sp>
        <p:nvSpPr>
          <p:cNvPr id="2341" name="Google Shape;2341;g1fd5d481548_2_26"/>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2342" name="Google Shape;2342;g1fd5d481548_2_26"/>
          <p:cNvCxnSpPr/>
          <p:nvPr/>
        </p:nvCxnSpPr>
        <p:spPr>
          <a:xfrm>
            <a:off x="952500"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2343" name="Google Shape;2343;g1fd5d481548_2_26"/>
          <p:cNvSpPr txBox="1">
            <a:spLocks noGrp="1"/>
          </p:cNvSpPr>
          <p:nvPr>
            <p:ph type="body" idx="1"/>
          </p:nvPr>
        </p:nvSpPr>
        <p:spPr>
          <a:xfrm>
            <a:off x="952500" y="2656904"/>
            <a:ext cx="4838700" cy="57431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grpSp>
        <p:nvGrpSpPr>
          <p:cNvPr id="2344" name="Google Shape;2344;g1fd5d481548_2_26"/>
          <p:cNvGrpSpPr/>
          <p:nvPr/>
        </p:nvGrpSpPr>
        <p:grpSpPr>
          <a:xfrm rot="10800000">
            <a:off x="8870040" y="0"/>
            <a:ext cx="3325208" cy="3325208"/>
            <a:chOff x="0" y="12289"/>
            <a:chExt cx="3550" cy="3551"/>
          </a:xfrm>
        </p:grpSpPr>
        <p:sp>
          <p:nvSpPr>
            <p:cNvPr id="2345" name="Google Shape;2345;g1fd5d481548_2_26"/>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346" name="Google Shape;2346;g1fd5d481548_2_26"/>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347" name="Google Shape;2347;g1fd5d481548_2_26"/>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grpSp>
      <p:sp>
        <p:nvSpPr>
          <p:cNvPr id="2348" name="Google Shape;2348;g1fd5d481548_2_26"/>
          <p:cNvSpPr txBox="1">
            <a:spLocks noGrp="1"/>
          </p:cNvSpPr>
          <p:nvPr>
            <p:ph type="body" idx="2"/>
          </p:nvPr>
        </p:nvSpPr>
        <p:spPr>
          <a:xfrm>
            <a:off x="952500" y="2286000"/>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349" name="Google Shape;2349;g1fd5d481548_2_26"/>
          <p:cNvSpPr txBox="1">
            <a:spLocks noGrp="1"/>
          </p:cNvSpPr>
          <p:nvPr>
            <p:ph type="body" idx="3"/>
          </p:nvPr>
        </p:nvSpPr>
        <p:spPr>
          <a:xfrm>
            <a:off x="953655" y="3841846"/>
            <a:ext cx="4838700" cy="636754"/>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350" name="Google Shape;2350;g1fd5d481548_2_26"/>
          <p:cNvSpPr txBox="1">
            <a:spLocks noGrp="1"/>
          </p:cNvSpPr>
          <p:nvPr>
            <p:ph type="body" idx="4"/>
          </p:nvPr>
        </p:nvSpPr>
        <p:spPr>
          <a:xfrm>
            <a:off x="953655" y="3470942"/>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351" name="Google Shape;2351;g1fd5d481548_2_26"/>
          <p:cNvSpPr txBox="1">
            <a:spLocks noGrp="1"/>
          </p:cNvSpPr>
          <p:nvPr>
            <p:ph type="body" idx="5"/>
          </p:nvPr>
        </p:nvSpPr>
        <p:spPr>
          <a:xfrm>
            <a:off x="952500" y="5017901"/>
            <a:ext cx="4838700" cy="90834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352" name="Google Shape;2352;g1fd5d481548_2_26"/>
          <p:cNvSpPr txBox="1">
            <a:spLocks noGrp="1"/>
          </p:cNvSpPr>
          <p:nvPr>
            <p:ph type="body" idx="6"/>
          </p:nvPr>
        </p:nvSpPr>
        <p:spPr>
          <a:xfrm>
            <a:off x="952500" y="4646997"/>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353" name="Google Shape;2353;g1fd5d481548_2_26"/>
          <p:cNvSpPr txBox="1">
            <a:spLocks noGrp="1"/>
          </p:cNvSpPr>
          <p:nvPr>
            <p:ph type="body" idx="7"/>
          </p:nvPr>
        </p:nvSpPr>
        <p:spPr>
          <a:xfrm>
            <a:off x="6399647" y="2656904"/>
            <a:ext cx="4838700" cy="57431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354" name="Google Shape;2354;g1fd5d481548_2_26"/>
          <p:cNvSpPr txBox="1">
            <a:spLocks noGrp="1"/>
          </p:cNvSpPr>
          <p:nvPr>
            <p:ph type="body" idx="8"/>
          </p:nvPr>
        </p:nvSpPr>
        <p:spPr>
          <a:xfrm>
            <a:off x="6399647" y="2286000"/>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355" name="Google Shape;2355;g1fd5d481548_2_26"/>
          <p:cNvSpPr txBox="1">
            <a:spLocks noGrp="1"/>
          </p:cNvSpPr>
          <p:nvPr>
            <p:ph type="body" idx="9"/>
          </p:nvPr>
        </p:nvSpPr>
        <p:spPr>
          <a:xfrm>
            <a:off x="6399647" y="3841846"/>
            <a:ext cx="4838700" cy="90834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356" name="Google Shape;2356;g1fd5d481548_2_26"/>
          <p:cNvSpPr txBox="1">
            <a:spLocks noGrp="1"/>
          </p:cNvSpPr>
          <p:nvPr>
            <p:ph type="body" idx="13"/>
          </p:nvPr>
        </p:nvSpPr>
        <p:spPr>
          <a:xfrm>
            <a:off x="6399647" y="3470942"/>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357" name="Google Shape;2357;g1fd5d481548_2_26"/>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58" name="Google Shape;2358;g1fd5d481548_2_26"/>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59" name="Google Shape;2359;g1fd5d481548_2_26"/>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2360"/>
        <p:cNvGrpSpPr/>
        <p:nvPr/>
      </p:nvGrpSpPr>
      <p:grpSpPr>
        <a:xfrm>
          <a:off x="0" y="0"/>
          <a:ext cx="0" cy="0"/>
          <a:chOff x="0" y="0"/>
          <a:chExt cx="0" cy="0"/>
        </a:xfrm>
      </p:grpSpPr>
      <p:grpSp>
        <p:nvGrpSpPr>
          <p:cNvPr id="2361" name="Google Shape;2361;g1fd5d481548_2_46"/>
          <p:cNvGrpSpPr/>
          <p:nvPr/>
        </p:nvGrpSpPr>
        <p:grpSpPr>
          <a:xfrm>
            <a:off x="6362700" y="0"/>
            <a:ext cx="5829298" cy="3235602"/>
            <a:chOff x="5612972" y="1"/>
            <a:chExt cx="6615961" cy="3672246"/>
          </a:xfrm>
        </p:grpSpPr>
        <p:sp>
          <p:nvSpPr>
            <p:cNvPr id="2362" name="Google Shape;2362;g1fd5d481548_2_46"/>
            <p:cNvSpPr/>
            <p:nvPr/>
          </p:nvSpPr>
          <p:spPr>
            <a:xfrm>
              <a:off x="5612972" y="1"/>
              <a:ext cx="4408998" cy="3672246"/>
            </a:xfrm>
            <a:custGeom>
              <a:avLst/>
              <a:gdLst/>
              <a:ahLst/>
              <a:cxnLst/>
              <a:rect l="l" t="t" r="r" b="b"/>
              <a:pathLst>
                <a:path w="3578" h="2980" extrusionOk="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363" name="Google Shape;2363;g1fd5d481548_2_46"/>
            <p:cNvSpPr/>
            <p:nvPr/>
          </p:nvSpPr>
          <p:spPr>
            <a:xfrm>
              <a:off x="6341233" y="1463970"/>
              <a:ext cx="2208196" cy="2208277"/>
            </a:xfrm>
            <a:custGeom>
              <a:avLst/>
              <a:gdLst/>
              <a:ahLst/>
              <a:cxnLst/>
              <a:rect l="l" t="t" r="r" b="b"/>
              <a:pathLst>
                <a:path w="1792" h="1792" extrusionOk="0">
                  <a:moveTo>
                    <a:pt x="597" y="0"/>
                  </a:moveTo>
                  <a:lnTo>
                    <a:pt x="0" y="598"/>
                  </a:lnTo>
                  <a:lnTo>
                    <a:pt x="1195" y="1792"/>
                  </a:lnTo>
                  <a:lnTo>
                    <a:pt x="1792" y="1195"/>
                  </a:lnTo>
                  <a:lnTo>
                    <a:pt x="597"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364" name="Google Shape;2364;g1fd5d481548_2_46"/>
            <p:cNvSpPr/>
            <p:nvPr/>
          </p:nvSpPr>
          <p:spPr>
            <a:xfrm>
              <a:off x="8555590" y="1"/>
              <a:ext cx="1457754" cy="729520"/>
            </a:xfrm>
            <a:custGeom>
              <a:avLst/>
              <a:gdLst/>
              <a:ahLst/>
              <a:cxnLst/>
              <a:rect l="l" t="t" r="r" b="b"/>
              <a:pathLst>
                <a:path w="1183" h="592" extrusionOk="0">
                  <a:moveTo>
                    <a:pt x="1183" y="0"/>
                  </a:moveTo>
                  <a:lnTo>
                    <a:pt x="0" y="0"/>
                  </a:lnTo>
                  <a:lnTo>
                    <a:pt x="591" y="591"/>
                  </a:lnTo>
                  <a:lnTo>
                    <a:pt x="1183"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365" name="Google Shape;2365;g1fd5d481548_2_46"/>
            <p:cNvSpPr/>
            <p:nvPr/>
          </p:nvSpPr>
          <p:spPr>
            <a:xfrm>
              <a:off x="7076887" y="728289"/>
              <a:ext cx="2208196" cy="2208277"/>
            </a:xfrm>
            <a:custGeom>
              <a:avLst/>
              <a:gdLst/>
              <a:ahLst/>
              <a:cxnLst/>
              <a:rect l="l" t="t" r="r" b="b"/>
              <a:pathLst>
                <a:path w="1792" h="1792" extrusionOk="0">
                  <a:moveTo>
                    <a:pt x="598" y="0"/>
                  </a:moveTo>
                  <a:lnTo>
                    <a:pt x="0" y="597"/>
                  </a:lnTo>
                  <a:lnTo>
                    <a:pt x="1195" y="1792"/>
                  </a:lnTo>
                  <a:lnTo>
                    <a:pt x="1792" y="1195"/>
                  </a:lnTo>
                  <a:lnTo>
                    <a:pt x="598"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366" name="Google Shape;2366;g1fd5d481548_2_46"/>
            <p:cNvSpPr/>
            <p:nvPr/>
          </p:nvSpPr>
          <p:spPr>
            <a:xfrm>
              <a:off x="9285083" y="728289"/>
              <a:ext cx="2943850" cy="2943958"/>
            </a:xfrm>
            <a:custGeom>
              <a:avLst/>
              <a:gdLst/>
              <a:ahLst/>
              <a:cxnLst/>
              <a:rect l="l" t="t" r="r" b="b"/>
              <a:pathLst>
                <a:path w="2389" h="2389" extrusionOk="0">
                  <a:moveTo>
                    <a:pt x="2389" y="1195"/>
                  </a:moveTo>
                  <a:lnTo>
                    <a:pt x="1194" y="0"/>
                  </a:lnTo>
                  <a:lnTo>
                    <a:pt x="0" y="1195"/>
                  </a:lnTo>
                  <a:lnTo>
                    <a:pt x="1194" y="2389"/>
                  </a:lnTo>
                  <a:lnTo>
                    <a:pt x="2389" y="1195"/>
                  </a:lnTo>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grpSp>
      <p:sp>
        <p:nvSpPr>
          <p:cNvPr id="2367" name="Google Shape;2367;g1fd5d481548_2_46"/>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2368" name="Google Shape;2368;g1fd5d481548_2_46"/>
          <p:cNvCxnSpPr/>
          <p:nvPr/>
        </p:nvCxnSpPr>
        <p:spPr>
          <a:xfrm>
            <a:off x="952500" y="1934655"/>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2369" name="Google Shape;2369;g1fd5d481548_2_46"/>
          <p:cNvSpPr txBox="1">
            <a:spLocks noGrp="1"/>
          </p:cNvSpPr>
          <p:nvPr>
            <p:ph type="body" idx="1"/>
          </p:nvPr>
        </p:nvSpPr>
        <p:spPr>
          <a:xfrm>
            <a:off x="952500" y="2818296"/>
            <a:ext cx="2133600" cy="3693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370" name="Google Shape;2370;g1fd5d481548_2_46"/>
          <p:cNvSpPr txBox="1">
            <a:spLocks noGrp="1"/>
          </p:cNvSpPr>
          <p:nvPr>
            <p:ph type="body" idx="2"/>
          </p:nvPr>
        </p:nvSpPr>
        <p:spPr>
          <a:xfrm>
            <a:off x="952500" y="2209800"/>
            <a:ext cx="2133600" cy="20583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2371" name="Google Shape;2371;g1fd5d481548_2_46"/>
          <p:cNvCxnSpPr/>
          <p:nvPr/>
        </p:nvCxnSpPr>
        <p:spPr>
          <a:xfrm>
            <a:off x="3663043"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2372" name="Google Shape;2372;g1fd5d481548_2_46"/>
          <p:cNvSpPr txBox="1">
            <a:spLocks noGrp="1"/>
          </p:cNvSpPr>
          <p:nvPr>
            <p:ph type="body" idx="3"/>
          </p:nvPr>
        </p:nvSpPr>
        <p:spPr>
          <a:xfrm>
            <a:off x="3663042" y="2818296"/>
            <a:ext cx="2128157" cy="3693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373" name="Google Shape;2373;g1fd5d481548_2_46"/>
          <p:cNvSpPr txBox="1">
            <a:spLocks noGrp="1"/>
          </p:cNvSpPr>
          <p:nvPr>
            <p:ph type="body" idx="4"/>
          </p:nvPr>
        </p:nvSpPr>
        <p:spPr>
          <a:xfrm>
            <a:off x="3663042" y="2209800"/>
            <a:ext cx="2128157" cy="20583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2374" name="Google Shape;2374;g1fd5d481548_2_46"/>
          <p:cNvCxnSpPr/>
          <p:nvPr/>
        </p:nvCxnSpPr>
        <p:spPr>
          <a:xfrm>
            <a:off x="952500" y="4248119"/>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2375" name="Google Shape;2375;g1fd5d481548_2_46"/>
          <p:cNvSpPr txBox="1">
            <a:spLocks noGrp="1"/>
          </p:cNvSpPr>
          <p:nvPr>
            <p:ph type="body" idx="5"/>
          </p:nvPr>
        </p:nvSpPr>
        <p:spPr>
          <a:xfrm>
            <a:off x="952500" y="5131299"/>
            <a:ext cx="2133600" cy="3693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376" name="Google Shape;2376;g1fd5d481548_2_46"/>
          <p:cNvSpPr txBox="1">
            <a:spLocks noGrp="1"/>
          </p:cNvSpPr>
          <p:nvPr>
            <p:ph type="body" idx="6"/>
          </p:nvPr>
        </p:nvSpPr>
        <p:spPr>
          <a:xfrm>
            <a:off x="952500" y="4522803"/>
            <a:ext cx="2133600" cy="20583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2377" name="Google Shape;2377;g1fd5d481548_2_46"/>
          <p:cNvCxnSpPr/>
          <p:nvPr/>
        </p:nvCxnSpPr>
        <p:spPr>
          <a:xfrm>
            <a:off x="3663043" y="4252111"/>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2378" name="Google Shape;2378;g1fd5d481548_2_46"/>
          <p:cNvSpPr txBox="1">
            <a:spLocks noGrp="1"/>
          </p:cNvSpPr>
          <p:nvPr>
            <p:ph type="body" idx="7"/>
          </p:nvPr>
        </p:nvSpPr>
        <p:spPr>
          <a:xfrm>
            <a:off x="3663042" y="5131299"/>
            <a:ext cx="2128157" cy="3693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379" name="Google Shape;2379;g1fd5d481548_2_46"/>
          <p:cNvSpPr txBox="1">
            <a:spLocks noGrp="1"/>
          </p:cNvSpPr>
          <p:nvPr>
            <p:ph type="body" idx="8"/>
          </p:nvPr>
        </p:nvSpPr>
        <p:spPr>
          <a:xfrm>
            <a:off x="3663042" y="4522803"/>
            <a:ext cx="2128157" cy="20583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2380" name="Google Shape;2380;g1fd5d481548_2_46"/>
          <p:cNvCxnSpPr/>
          <p:nvPr/>
        </p:nvCxnSpPr>
        <p:spPr>
          <a:xfrm>
            <a:off x="6367055" y="4252111"/>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2381" name="Google Shape;2381;g1fd5d481548_2_46"/>
          <p:cNvSpPr txBox="1">
            <a:spLocks noGrp="1"/>
          </p:cNvSpPr>
          <p:nvPr>
            <p:ph type="body" idx="9"/>
          </p:nvPr>
        </p:nvSpPr>
        <p:spPr>
          <a:xfrm>
            <a:off x="6367054" y="5131299"/>
            <a:ext cx="2129245" cy="3693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382" name="Google Shape;2382;g1fd5d481548_2_46"/>
          <p:cNvSpPr txBox="1">
            <a:spLocks noGrp="1"/>
          </p:cNvSpPr>
          <p:nvPr>
            <p:ph type="body" idx="13"/>
          </p:nvPr>
        </p:nvSpPr>
        <p:spPr>
          <a:xfrm>
            <a:off x="6367054" y="4522803"/>
            <a:ext cx="2129245" cy="20583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383" name="Google Shape;2383;g1fd5d481548_2_46"/>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84" name="Google Shape;2384;g1fd5d481548_2_46"/>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85" name="Google Shape;2385;g1fd5d481548_2_46"/>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reak">
  <p:cSld name="Break">
    <p:bg>
      <p:bgPr>
        <a:solidFill>
          <a:schemeClr val="lt1"/>
        </a:solidFill>
        <a:effectLst/>
      </p:bgPr>
    </p:bg>
    <p:spTree>
      <p:nvGrpSpPr>
        <p:cNvPr id="1" name="Shape 2386"/>
        <p:cNvGrpSpPr/>
        <p:nvPr/>
      </p:nvGrpSpPr>
      <p:grpSpPr>
        <a:xfrm>
          <a:off x="0" y="0"/>
          <a:ext cx="0" cy="0"/>
          <a:chOff x="0" y="0"/>
          <a:chExt cx="0" cy="0"/>
        </a:xfrm>
      </p:grpSpPr>
      <p:sp>
        <p:nvSpPr>
          <p:cNvPr id="2387" name="Google Shape;2387;g1fd5d481548_2_72"/>
          <p:cNvSpPr>
            <a:spLocks noGrp="1"/>
          </p:cNvSpPr>
          <p:nvPr>
            <p:ph type="pic" idx="2"/>
          </p:nvPr>
        </p:nvSpPr>
        <p:spPr>
          <a:xfrm>
            <a:off x="0" y="0"/>
            <a:ext cx="12191998" cy="6858000"/>
          </a:xfrm>
          <a:prstGeom prst="rect">
            <a:avLst/>
          </a:prstGeom>
          <a:solidFill>
            <a:schemeClr val="accent2"/>
          </a:solidFill>
          <a:ln>
            <a:noFill/>
          </a:ln>
        </p:spPr>
      </p:sp>
      <p:sp>
        <p:nvSpPr>
          <p:cNvPr id="2388" name="Google Shape;2388;g1fd5d481548_2_72"/>
          <p:cNvSpPr txBox="1">
            <a:spLocks noGrp="1"/>
          </p:cNvSpPr>
          <p:nvPr>
            <p:ph type="title"/>
          </p:nvPr>
        </p:nvSpPr>
        <p:spPr>
          <a:xfrm>
            <a:off x="7193943" y="3045437"/>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lt1"/>
              </a:buClr>
              <a:buSzPts val="4100"/>
              <a:buFont typeface="Franklin Gothic"/>
              <a:buNone/>
              <a:defRPr sz="4100" b="1" i="0">
                <a:solidFill>
                  <a:schemeClr val="lt1"/>
                </a:solidFill>
                <a:latin typeface="Franklin Gothic"/>
                <a:ea typeface="Franklin Gothic"/>
                <a:cs typeface="Franklin Gothic"/>
                <a:sym typeface="Franklin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2389" name="Google Shape;2389;g1fd5d481548_2_72"/>
          <p:cNvCxnSpPr/>
          <p:nvPr/>
        </p:nvCxnSpPr>
        <p:spPr>
          <a:xfrm>
            <a:off x="7154721" y="4003877"/>
            <a:ext cx="2133600" cy="3992"/>
          </a:xfrm>
          <a:prstGeom prst="straightConnector1">
            <a:avLst/>
          </a:prstGeom>
          <a:noFill/>
          <a:ln w="101600" cap="flat" cmpd="sng">
            <a:solidFill>
              <a:schemeClr val="lt2"/>
            </a:solidFill>
            <a:prstDash val="solid"/>
            <a:miter lim="800000"/>
            <a:headEnd type="none" w="sm" len="sm"/>
            <a:tailEnd type="none" w="sm" len="sm"/>
          </a:ln>
        </p:spPr>
      </p:cxnSp>
      <p:grpSp>
        <p:nvGrpSpPr>
          <p:cNvPr id="2390" name="Google Shape;2390;g1fd5d481548_2_72"/>
          <p:cNvGrpSpPr/>
          <p:nvPr/>
        </p:nvGrpSpPr>
        <p:grpSpPr>
          <a:xfrm rot="10800000">
            <a:off x="9509760" y="-3"/>
            <a:ext cx="2682238" cy="2682238"/>
            <a:chOff x="0" y="12289"/>
            <a:chExt cx="3550" cy="3551"/>
          </a:xfrm>
        </p:grpSpPr>
        <p:sp>
          <p:nvSpPr>
            <p:cNvPr id="2391" name="Google Shape;2391;g1fd5d481548_2_72"/>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392" name="Google Shape;2392;g1fd5d481548_2_72"/>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393" name="Google Shape;2393;g1fd5d481548_2_72"/>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grpSp>
    </p:spTree>
  </p:cSld>
  <p:clrMapOvr>
    <a:masterClrMapping/>
  </p:clrMapOvr>
  <p:extLst>
    <p:ext uri="{DCECCB84-F9BA-43D5-87BE-67443E8EF086}">
      <p15:sldGuideLst xmlns:p15="http://schemas.microsoft.com/office/powerpoint/2012/main">
        <p15:guide id="1" pos="7104">
          <p15:clr>
            <a:srgbClr val="FBAE40"/>
          </p15:clr>
        </p15:guide>
        <p15:guide id="2" pos="4344">
          <p15:clr>
            <a:srgbClr val="FBAE40"/>
          </p15:clr>
        </p15:guide>
        <p15:guide id="3" pos="4560">
          <p15:clr>
            <a:srgbClr val="FBAE40"/>
          </p15:clr>
        </p15:guide>
        <p15:guide id="4" orient="horz" pos="18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p:cSld name="Table">
    <p:bg>
      <p:bgPr>
        <a:solidFill>
          <a:schemeClr val="lt1"/>
        </a:solidFill>
        <a:effectLst/>
      </p:bgPr>
    </p:bg>
    <p:spTree>
      <p:nvGrpSpPr>
        <p:cNvPr id="1" name="Shape 2400"/>
        <p:cNvGrpSpPr/>
        <p:nvPr/>
      </p:nvGrpSpPr>
      <p:grpSpPr>
        <a:xfrm>
          <a:off x="0" y="0"/>
          <a:ext cx="0" cy="0"/>
          <a:chOff x="0" y="0"/>
          <a:chExt cx="0" cy="0"/>
        </a:xfrm>
      </p:grpSpPr>
      <p:sp>
        <p:nvSpPr>
          <p:cNvPr id="2401" name="Google Shape;2401;g1fd5d481548_2_86"/>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solidFill>
                  <a:schemeClr val="dk1"/>
                </a:solidFill>
                <a:latin typeface="Franklin Gothic"/>
                <a:ea typeface="Franklin Gothic"/>
                <a:cs typeface="Franklin Gothic"/>
                <a:sym typeface="Franklin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02" name="Google Shape;2402;g1fd5d481548_2_86"/>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03" name="Google Shape;2403;g1fd5d481548_2_86"/>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04" name="Google Shape;2404;g1fd5d481548_2_86"/>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Quote">
    <p:bg>
      <p:bgPr>
        <a:solidFill>
          <a:schemeClr val="lt1"/>
        </a:solidFill>
        <a:effectLst/>
      </p:bgPr>
    </p:bg>
    <p:spTree>
      <p:nvGrpSpPr>
        <p:cNvPr id="1" name="Shape 2405"/>
        <p:cNvGrpSpPr/>
        <p:nvPr/>
      </p:nvGrpSpPr>
      <p:grpSpPr>
        <a:xfrm>
          <a:off x="0" y="0"/>
          <a:ext cx="0" cy="0"/>
          <a:chOff x="0" y="0"/>
          <a:chExt cx="0" cy="0"/>
        </a:xfrm>
      </p:grpSpPr>
      <p:sp>
        <p:nvSpPr>
          <p:cNvPr id="2406" name="Google Shape;2406;g1fd5d481548_2_91"/>
          <p:cNvSpPr txBox="1">
            <a:spLocks noGrp="1"/>
          </p:cNvSpPr>
          <p:nvPr>
            <p:ph type="title"/>
          </p:nvPr>
        </p:nvSpPr>
        <p:spPr>
          <a:xfrm>
            <a:off x="964022" y="2476500"/>
            <a:ext cx="7132320" cy="3289971"/>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dk1"/>
              </a:buClr>
              <a:buSzPts val="2800"/>
              <a:buFont typeface="Libre Franklin"/>
              <a:buNone/>
              <a:defRPr sz="2800" b="0" i="0">
                <a:solidFill>
                  <a:schemeClr val="dk1"/>
                </a:solidFill>
                <a:latin typeface="Libre Franklin"/>
                <a:ea typeface="Libre Franklin"/>
                <a:cs typeface="Libre Franklin"/>
                <a:sym typeface="Libre Frankli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07" name="Google Shape;2407;g1fd5d481548_2_91"/>
          <p:cNvSpPr txBox="1"/>
          <p:nvPr/>
        </p:nvSpPr>
        <p:spPr>
          <a:xfrm>
            <a:off x="699948" y="548291"/>
            <a:ext cx="1589372" cy="31700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0"/>
              <a:buFont typeface="Arial"/>
              <a:buNone/>
            </a:pPr>
            <a:r>
              <a:rPr lang="en-US" sz="20000" b="1" i="0" u="none" strike="noStrike" cap="none">
                <a:solidFill>
                  <a:schemeClr val="dk1"/>
                </a:solidFill>
                <a:latin typeface="Libre Franklin"/>
                <a:ea typeface="Libre Franklin"/>
                <a:cs typeface="Libre Franklin"/>
                <a:sym typeface="Libre Franklin"/>
              </a:rPr>
              <a:t>“</a:t>
            </a:r>
            <a:endParaRPr sz="1400" b="0" i="0" u="none" strike="noStrike" cap="none">
              <a:solidFill>
                <a:srgbClr val="000000"/>
              </a:solidFill>
              <a:latin typeface="Arial"/>
              <a:ea typeface="Arial"/>
              <a:cs typeface="Arial"/>
              <a:sym typeface="Arial"/>
            </a:endParaRPr>
          </a:p>
        </p:txBody>
      </p:sp>
      <p:grpSp>
        <p:nvGrpSpPr>
          <p:cNvPr id="2408" name="Google Shape;2408;g1fd5d481548_2_91"/>
          <p:cNvGrpSpPr/>
          <p:nvPr/>
        </p:nvGrpSpPr>
        <p:grpSpPr>
          <a:xfrm>
            <a:off x="6362700" y="0"/>
            <a:ext cx="5829298" cy="3235602"/>
            <a:chOff x="5612972" y="1"/>
            <a:chExt cx="6615961" cy="3672246"/>
          </a:xfrm>
        </p:grpSpPr>
        <p:sp>
          <p:nvSpPr>
            <p:cNvPr id="2409" name="Google Shape;2409;g1fd5d481548_2_91"/>
            <p:cNvSpPr/>
            <p:nvPr/>
          </p:nvSpPr>
          <p:spPr>
            <a:xfrm>
              <a:off x="5612972" y="1"/>
              <a:ext cx="4408998" cy="3672246"/>
            </a:xfrm>
            <a:custGeom>
              <a:avLst/>
              <a:gdLst/>
              <a:ahLst/>
              <a:cxnLst/>
              <a:rect l="l" t="t" r="r" b="b"/>
              <a:pathLst>
                <a:path w="3578" h="2980" extrusionOk="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410" name="Google Shape;2410;g1fd5d481548_2_91"/>
            <p:cNvSpPr/>
            <p:nvPr/>
          </p:nvSpPr>
          <p:spPr>
            <a:xfrm>
              <a:off x="6341233" y="1463970"/>
              <a:ext cx="2208196" cy="2208277"/>
            </a:xfrm>
            <a:custGeom>
              <a:avLst/>
              <a:gdLst/>
              <a:ahLst/>
              <a:cxnLst/>
              <a:rect l="l" t="t" r="r" b="b"/>
              <a:pathLst>
                <a:path w="1792" h="1792" extrusionOk="0">
                  <a:moveTo>
                    <a:pt x="597" y="0"/>
                  </a:moveTo>
                  <a:lnTo>
                    <a:pt x="0" y="598"/>
                  </a:lnTo>
                  <a:lnTo>
                    <a:pt x="1195" y="1792"/>
                  </a:lnTo>
                  <a:lnTo>
                    <a:pt x="1792" y="1195"/>
                  </a:lnTo>
                  <a:lnTo>
                    <a:pt x="597"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411" name="Google Shape;2411;g1fd5d481548_2_91"/>
            <p:cNvSpPr/>
            <p:nvPr/>
          </p:nvSpPr>
          <p:spPr>
            <a:xfrm>
              <a:off x="8555590" y="1"/>
              <a:ext cx="1457754" cy="729520"/>
            </a:xfrm>
            <a:custGeom>
              <a:avLst/>
              <a:gdLst/>
              <a:ahLst/>
              <a:cxnLst/>
              <a:rect l="l" t="t" r="r" b="b"/>
              <a:pathLst>
                <a:path w="1183" h="592" extrusionOk="0">
                  <a:moveTo>
                    <a:pt x="1183" y="0"/>
                  </a:moveTo>
                  <a:lnTo>
                    <a:pt x="0" y="0"/>
                  </a:lnTo>
                  <a:lnTo>
                    <a:pt x="591" y="591"/>
                  </a:lnTo>
                  <a:lnTo>
                    <a:pt x="1183"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412" name="Google Shape;2412;g1fd5d481548_2_91"/>
            <p:cNvSpPr/>
            <p:nvPr/>
          </p:nvSpPr>
          <p:spPr>
            <a:xfrm>
              <a:off x="7076887" y="728289"/>
              <a:ext cx="2208196" cy="2208277"/>
            </a:xfrm>
            <a:custGeom>
              <a:avLst/>
              <a:gdLst/>
              <a:ahLst/>
              <a:cxnLst/>
              <a:rect l="l" t="t" r="r" b="b"/>
              <a:pathLst>
                <a:path w="1792" h="1792" extrusionOk="0">
                  <a:moveTo>
                    <a:pt x="598" y="0"/>
                  </a:moveTo>
                  <a:lnTo>
                    <a:pt x="0" y="597"/>
                  </a:lnTo>
                  <a:lnTo>
                    <a:pt x="1195" y="1792"/>
                  </a:lnTo>
                  <a:lnTo>
                    <a:pt x="1792" y="1195"/>
                  </a:lnTo>
                  <a:lnTo>
                    <a:pt x="598"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413" name="Google Shape;2413;g1fd5d481548_2_91"/>
            <p:cNvSpPr/>
            <p:nvPr/>
          </p:nvSpPr>
          <p:spPr>
            <a:xfrm>
              <a:off x="9285083" y="728289"/>
              <a:ext cx="2943850" cy="2943958"/>
            </a:xfrm>
            <a:custGeom>
              <a:avLst/>
              <a:gdLst/>
              <a:ahLst/>
              <a:cxnLst/>
              <a:rect l="l" t="t" r="r" b="b"/>
              <a:pathLst>
                <a:path w="2389" h="2389" extrusionOk="0">
                  <a:moveTo>
                    <a:pt x="2389" y="1195"/>
                  </a:moveTo>
                  <a:lnTo>
                    <a:pt x="1194" y="0"/>
                  </a:lnTo>
                  <a:lnTo>
                    <a:pt x="0" y="1195"/>
                  </a:lnTo>
                  <a:lnTo>
                    <a:pt x="1194" y="2389"/>
                  </a:lnTo>
                  <a:lnTo>
                    <a:pt x="2389" y="1195"/>
                  </a:lnTo>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grpSp>
      <p:grpSp>
        <p:nvGrpSpPr>
          <p:cNvPr id="2414" name="Google Shape;2414;g1fd5d481548_2_91"/>
          <p:cNvGrpSpPr/>
          <p:nvPr/>
        </p:nvGrpSpPr>
        <p:grpSpPr>
          <a:xfrm rot="5400000" flipH="1">
            <a:off x="0" y="3900132"/>
            <a:ext cx="2959226" cy="2959226"/>
            <a:chOff x="0" y="12289"/>
            <a:chExt cx="3550" cy="3551"/>
          </a:xfrm>
        </p:grpSpPr>
        <p:sp>
          <p:nvSpPr>
            <p:cNvPr id="2415" name="Google Shape;2415;g1fd5d481548_2_91"/>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416" name="Google Shape;2416;g1fd5d481548_2_91"/>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417" name="Google Shape;2417;g1fd5d481548_2_91"/>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grpSp>
    </p:spTree>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eam">
  <p:cSld name="Team">
    <p:bg>
      <p:bgPr>
        <a:solidFill>
          <a:schemeClr val="lt1"/>
        </a:solidFill>
        <a:effectLst/>
      </p:bgPr>
    </p:bg>
    <p:spTree>
      <p:nvGrpSpPr>
        <p:cNvPr id="1" name="Shape 2418"/>
        <p:cNvGrpSpPr/>
        <p:nvPr/>
      </p:nvGrpSpPr>
      <p:grpSpPr>
        <a:xfrm>
          <a:off x="0" y="0"/>
          <a:ext cx="0" cy="0"/>
          <a:chOff x="0" y="0"/>
          <a:chExt cx="0" cy="0"/>
        </a:xfrm>
      </p:grpSpPr>
      <p:grpSp>
        <p:nvGrpSpPr>
          <p:cNvPr id="2419" name="Google Shape;2419;g1fd5d481548_2_104"/>
          <p:cNvGrpSpPr/>
          <p:nvPr/>
        </p:nvGrpSpPr>
        <p:grpSpPr>
          <a:xfrm rot="5400000" flipH="1">
            <a:off x="0" y="3900132"/>
            <a:ext cx="2959226" cy="2959226"/>
            <a:chOff x="0" y="12289"/>
            <a:chExt cx="3550" cy="3551"/>
          </a:xfrm>
        </p:grpSpPr>
        <p:sp>
          <p:nvSpPr>
            <p:cNvPr id="2420" name="Google Shape;2420;g1fd5d481548_2_104"/>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421" name="Google Shape;2421;g1fd5d481548_2_104"/>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422" name="Google Shape;2422;g1fd5d481548_2_104"/>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grpSp>
      <p:sp>
        <p:nvSpPr>
          <p:cNvPr id="2423" name="Google Shape;2423;g1fd5d481548_2_104"/>
          <p:cNvSpPr>
            <a:spLocks noGrp="1"/>
          </p:cNvSpPr>
          <p:nvPr>
            <p:ph type="pic" idx="2"/>
          </p:nvPr>
        </p:nvSpPr>
        <p:spPr>
          <a:xfrm>
            <a:off x="954268" y="2572883"/>
            <a:ext cx="2118245" cy="2037217"/>
          </a:xfrm>
          <a:prstGeom prst="rect">
            <a:avLst/>
          </a:prstGeom>
          <a:noFill/>
          <a:ln>
            <a:noFill/>
          </a:ln>
        </p:spPr>
      </p:sp>
      <p:sp>
        <p:nvSpPr>
          <p:cNvPr id="2424" name="Google Shape;2424;g1fd5d481548_2_104"/>
          <p:cNvSpPr txBox="1">
            <a:spLocks noGrp="1"/>
          </p:cNvSpPr>
          <p:nvPr>
            <p:ph type="title"/>
          </p:nvPr>
        </p:nvSpPr>
        <p:spPr>
          <a:xfrm>
            <a:off x="964022" y="879063"/>
            <a:ext cx="75322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solidFill>
                  <a:schemeClr val="dk1"/>
                </a:solidFill>
                <a:latin typeface="Franklin Gothic"/>
                <a:ea typeface="Franklin Gothic"/>
                <a:cs typeface="Franklin Gothic"/>
                <a:sym typeface="Franklin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2425" name="Google Shape;2425;g1fd5d481548_2_104"/>
          <p:cNvCxnSpPr/>
          <p:nvPr/>
        </p:nvCxnSpPr>
        <p:spPr>
          <a:xfrm>
            <a:off x="952500" y="1939108"/>
            <a:ext cx="2133600" cy="0"/>
          </a:xfrm>
          <a:prstGeom prst="straightConnector1">
            <a:avLst/>
          </a:prstGeom>
          <a:noFill/>
          <a:ln w="101600" cap="flat" cmpd="sng">
            <a:solidFill>
              <a:schemeClr val="lt1"/>
            </a:solidFill>
            <a:prstDash val="solid"/>
            <a:miter lim="800000"/>
            <a:headEnd type="none" w="sm" len="sm"/>
            <a:tailEnd type="none" w="sm" len="sm"/>
          </a:ln>
        </p:spPr>
      </p:cxnSp>
      <p:sp>
        <p:nvSpPr>
          <p:cNvPr id="2426" name="Google Shape;2426;g1fd5d481548_2_104"/>
          <p:cNvSpPr>
            <a:spLocks noGrp="1"/>
          </p:cNvSpPr>
          <p:nvPr>
            <p:ph type="pic" idx="3"/>
          </p:nvPr>
        </p:nvSpPr>
        <p:spPr>
          <a:xfrm>
            <a:off x="3658280" y="2572883"/>
            <a:ext cx="2118245" cy="2037217"/>
          </a:xfrm>
          <a:prstGeom prst="rect">
            <a:avLst/>
          </a:prstGeom>
          <a:noFill/>
          <a:ln>
            <a:noFill/>
          </a:ln>
        </p:spPr>
      </p:sp>
      <p:sp>
        <p:nvSpPr>
          <p:cNvPr id="2427" name="Google Shape;2427;g1fd5d481548_2_104"/>
          <p:cNvSpPr txBox="1">
            <a:spLocks noGrp="1"/>
          </p:cNvSpPr>
          <p:nvPr>
            <p:ph type="body" idx="1"/>
          </p:nvPr>
        </p:nvSpPr>
        <p:spPr>
          <a:xfrm>
            <a:off x="952500" y="5393169"/>
            <a:ext cx="2133600"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28" name="Google Shape;2428;g1fd5d481548_2_104"/>
          <p:cNvSpPr txBox="1">
            <a:spLocks noGrp="1"/>
          </p:cNvSpPr>
          <p:nvPr>
            <p:ph type="body" idx="4"/>
          </p:nvPr>
        </p:nvSpPr>
        <p:spPr>
          <a:xfrm>
            <a:off x="952500" y="4986745"/>
            <a:ext cx="2133600"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29" name="Google Shape;2429;g1fd5d481548_2_104"/>
          <p:cNvSpPr txBox="1">
            <a:spLocks noGrp="1"/>
          </p:cNvSpPr>
          <p:nvPr>
            <p:ph type="body" idx="5"/>
          </p:nvPr>
        </p:nvSpPr>
        <p:spPr>
          <a:xfrm>
            <a:off x="3663042" y="5393169"/>
            <a:ext cx="2128157"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30" name="Google Shape;2430;g1fd5d481548_2_104"/>
          <p:cNvSpPr txBox="1">
            <a:spLocks noGrp="1"/>
          </p:cNvSpPr>
          <p:nvPr>
            <p:ph type="body" idx="6"/>
          </p:nvPr>
        </p:nvSpPr>
        <p:spPr>
          <a:xfrm>
            <a:off x="3663042" y="4986745"/>
            <a:ext cx="2128157"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31" name="Google Shape;2431;g1fd5d481548_2_104"/>
          <p:cNvSpPr txBox="1">
            <a:spLocks noGrp="1"/>
          </p:cNvSpPr>
          <p:nvPr>
            <p:ph type="body" idx="7"/>
          </p:nvPr>
        </p:nvSpPr>
        <p:spPr>
          <a:xfrm>
            <a:off x="6367054" y="5393169"/>
            <a:ext cx="2129245"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32" name="Google Shape;2432;g1fd5d481548_2_104"/>
          <p:cNvSpPr txBox="1">
            <a:spLocks noGrp="1"/>
          </p:cNvSpPr>
          <p:nvPr>
            <p:ph type="body" idx="8"/>
          </p:nvPr>
        </p:nvSpPr>
        <p:spPr>
          <a:xfrm>
            <a:off x="6367054" y="4986745"/>
            <a:ext cx="2129245"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33" name="Google Shape;2433;g1fd5d481548_2_104"/>
          <p:cNvSpPr txBox="1">
            <a:spLocks noGrp="1"/>
          </p:cNvSpPr>
          <p:nvPr>
            <p:ph type="body" idx="9"/>
          </p:nvPr>
        </p:nvSpPr>
        <p:spPr>
          <a:xfrm>
            <a:off x="9110254" y="5393169"/>
            <a:ext cx="2129245"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34" name="Google Shape;2434;g1fd5d481548_2_104"/>
          <p:cNvSpPr txBox="1">
            <a:spLocks noGrp="1"/>
          </p:cNvSpPr>
          <p:nvPr>
            <p:ph type="body" idx="13"/>
          </p:nvPr>
        </p:nvSpPr>
        <p:spPr>
          <a:xfrm>
            <a:off x="9110254" y="4986745"/>
            <a:ext cx="2129245"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grpSp>
        <p:nvGrpSpPr>
          <p:cNvPr id="2435" name="Google Shape;2435;g1fd5d481548_2_104"/>
          <p:cNvGrpSpPr/>
          <p:nvPr/>
        </p:nvGrpSpPr>
        <p:grpSpPr>
          <a:xfrm>
            <a:off x="6362700" y="0"/>
            <a:ext cx="5829298" cy="3235602"/>
            <a:chOff x="5612972" y="1"/>
            <a:chExt cx="6615961" cy="3672246"/>
          </a:xfrm>
        </p:grpSpPr>
        <p:sp>
          <p:nvSpPr>
            <p:cNvPr id="2436" name="Google Shape;2436;g1fd5d481548_2_104"/>
            <p:cNvSpPr/>
            <p:nvPr/>
          </p:nvSpPr>
          <p:spPr>
            <a:xfrm>
              <a:off x="5612972" y="1"/>
              <a:ext cx="4408998" cy="3672246"/>
            </a:xfrm>
            <a:custGeom>
              <a:avLst/>
              <a:gdLst/>
              <a:ahLst/>
              <a:cxnLst/>
              <a:rect l="l" t="t" r="r" b="b"/>
              <a:pathLst>
                <a:path w="3578" h="2980" extrusionOk="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437" name="Google Shape;2437;g1fd5d481548_2_104"/>
            <p:cNvSpPr/>
            <p:nvPr/>
          </p:nvSpPr>
          <p:spPr>
            <a:xfrm>
              <a:off x="6341233" y="1463970"/>
              <a:ext cx="2208196" cy="2208277"/>
            </a:xfrm>
            <a:custGeom>
              <a:avLst/>
              <a:gdLst/>
              <a:ahLst/>
              <a:cxnLst/>
              <a:rect l="l" t="t" r="r" b="b"/>
              <a:pathLst>
                <a:path w="1792" h="1792" extrusionOk="0">
                  <a:moveTo>
                    <a:pt x="597" y="0"/>
                  </a:moveTo>
                  <a:lnTo>
                    <a:pt x="0" y="598"/>
                  </a:lnTo>
                  <a:lnTo>
                    <a:pt x="1195" y="1792"/>
                  </a:lnTo>
                  <a:lnTo>
                    <a:pt x="1792" y="1195"/>
                  </a:lnTo>
                  <a:lnTo>
                    <a:pt x="597"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438" name="Google Shape;2438;g1fd5d481548_2_104"/>
            <p:cNvSpPr/>
            <p:nvPr/>
          </p:nvSpPr>
          <p:spPr>
            <a:xfrm>
              <a:off x="8555590" y="1"/>
              <a:ext cx="1457754" cy="729520"/>
            </a:xfrm>
            <a:custGeom>
              <a:avLst/>
              <a:gdLst/>
              <a:ahLst/>
              <a:cxnLst/>
              <a:rect l="l" t="t" r="r" b="b"/>
              <a:pathLst>
                <a:path w="1183" h="592" extrusionOk="0">
                  <a:moveTo>
                    <a:pt x="1183" y="0"/>
                  </a:moveTo>
                  <a:lnTo>
                    <a:pt x="0" y="0"/>
                  </a:lnTo>
                  <a:lnTo>
                    <a:pt x="591" y="591"/>
                  </a:lnTo>
                  <a:lnTo>
                    <a:pt x="1183"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439" name="Google Shape;2439;g1fd5d481548_2_104"/>
            <p:cNvSpPr/>
            <p:nvPr/>
          </p:nvSpPr>
          <p:spPr>
            <a:xfrm>
              <a:off x="7076887" y="728289"/>
              <a:ext cx="2208196" cy="2208277"/>
            </a:xfrm>
            <a:custGeom>
              <a:avLst/>
              <a:gdLst/>
              <a:ahLst/>
              <a:cxnLst/>
              <a:rect l="l" t="t" r="r" b="b"/>
              <a:pathLst>
                <a:path w="1792" h="1792" extrusionOk="0">
                  <a:moveTo>
                    <a:pt x="598" y="0"/>
                  </a:moveTo>
                  <a:lnTo>
                    <a:pt x="0" y="597"/>
                  </a:lnTo>
                  <a:lnTo>
                    <a:pt x="1195" y="1792"/>
                  </a:lnTo>
                  <a:lnTo>
                    <a:pt x="1792" y="1195"/>
                  </a:lnTo>
                  <a:lnTo>
                    <a:pt x="598"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440" name="Google Shape;2440;g1fd5d481548_2_104"/>
            <p:cNvSpPr/>
            <p:nvPr/>
          </p:nvSpPr>
          <p:spPr>
            <a:xfrm>
              <a:off x="9285083" y="728289"/>
              <a:ext cx="2943850" cy="2943958"/>
            </a:xfrm>
            <a:custGeom>
              <a:avLst/>
              <a:gdLst/>
              <a:ahLst/>
              <a:cxnLst/>
              <a:rect l="l" t="t" r="r" b="b"/>
              <a:pathLst>
                <a:path w="2389" h="2389" extrusionOk="0">
                  <a:moveTo>
                    <a:pt x="2389" y="1195"/>
                  </a:moveTo>
                  <a:lnTo>
                    <a:pt x="1194" y="0"/>
                  </a:lnTo>
                  <a:lnTo>
                    <a:pt x="0" y="1195"/>
                  </a:lnTo>
                  <a:lnTo>
                    <a:pt x="1194" y="2389"/>
                  </a:lnTo>
                  <a:lnTo>
                    <a:pt x="2389" y="1195"/>
                  </a:lnTo>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grpSp>
      <p:sp>
        <p:nvSpPr>
          <p:cNvPr id="2441" name="Google Shape;2441;g1fd5d481548_2_104"/>
          <p:cNvSpPr>
            <a:spLocks noGrp="1"/>
          </p:cNvSpPr>
          <p:nvPr>
            <p:ph type="pic" idx="14"/>
          </p:nvPr>
        </p:nvSpPr>
        <p:spPr>
          <a:xfrm>
            <a:off x="6362292" y="2572883"/>
            <a:ext cx="2118245" cy="2037217"/>
          </a:xfrm>
          <a:prstGeom prst="rect">
            <a:avLst/>
          </a:prstGeom>
          <a:noFill/>
          <a:ln>
            <a:noFill/>
          </a:ln>
        </p:spPr>
      </p:sp>
      <p:sp>
        <p:nvSpPr>
          <p:cNvPr id="2442" name="Google Shape;2442;g1fd5d481548_2_104"/>
          <p:cNvSpPr>
            <a:spLocks noGrp="1"/>
          </p:cNvSpPr>
          <p:nvPr>
            <p:ph type="pic" idx="15"/>
          </p:nvPr>
        </p:nvSpPr>
        <p:spPr>
          <a:xfrm>
            <a:off x="9112023" y="2572883"/>
            <a:ext cx="2118245" cy="2037217"/>
          </a:xfrm>
          <a:prstGeom prst="rect">
            <a:avLst/>
          </a:prstGeom>
          <a:noFill/>
          <a:ln>
            <a:noFill/>
          </a:ln>
        </p:spPr>
      </p:sp>
      <p:sp>
        <p:nvSpPr>
          <p:cNvPr id="2443" name="Google Shape;2443;g1fd5d481548_2_104"/>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44" name="Google Shape;2444;g1fd5d481548_2_104"/>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45" name="Google Shape;2445;g1fd5d481548_2_104"/>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4008">
          <p15:clr>
            <a:srgbClr val="FBAE40"/>
          </p15:clr>
        </p15:guide>
        <p15:guide id="5" pos="1944">
          <p15:clr>
            <a:srgbClr val="FBAE40"/>
          </p15:clr>
        </p15:guide>
        <p15:guide id="6" pos="3648">
          <p15:clr>
            <a:srgbClr val="FBAE40"/>
          </p15:clr>
        </p15:guide>
        <p15:guide id="7" orient="horz" pos="1392">
          <p15:clr>
            <a:srgbClr val="FBAE40"/>
          </p15:clr>
        </p15:guide>
        <p15:guide id="8" orient="horz" pos="552">
          <p15:clr>
            <a:srgbClr val="FBAE40"/>
          </p15:clr>
        </p15:guide>
        <p15:guide id="9" orient="horz" pos="1224">
          <p15:clr>
            <a:srgbClr val="FBAE40"/>
          </p15:clr>
        </p15:guide>
        <p15:guide id="10" pos="5352">
          <p15:clr>
            <a:srgbClr val="FBAE40"/>
          </p15:clr>
        </p15:guide>
        <p15:guide id="11" pos="5736">
          <p15:clr>
            <a:srgbClr val="FBAE40"/>
          </p15:clr>
        </p15:guide>
        <p15:guide id="12" orient="horz" pos="2904">
          <p15:clr>
            <a:srgbClr val="FBAE40"/>
          </p15:clr>
        </p15:guide>
        <p15:guide id="13" orient="horz" pos="160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meline ">
  <p:cSld name="Timeline ">
    <p:bg>
      <p:bgPr>
        <a:solidFill>
          <a:schemeClr val="lt1"/>
        </a:solidFill>
        <a:effectLst/>
      </p:bgPr>
    </p:bg>
    <p:spTree>
      <p:nvGrpSpPr>
        <p:cNvPr id="1" name="Shape 2446"/>
        <p:cNvGrpSpPr/>
        <p:nvPr/>
      </p:nvGrpSpPr>
      <p:grpSpPr>
        <a:xfrm>
          <a:off x="0" y="0"/>
          <a:ext cx="0" cy="0"/>
          <a:chOff x="0" y="0"/>
          <a:chExt cx="0" cy="0"/>
        </a:xfrm>
      </p:grpSpPr>
      <p:cxnSp>
        <p:nvCxnSpPr>
          <p:cNvPr id="2447" name="Google Shape;2447;g1fd5d481548_2_132"/>
          <p:cNvCxnSpPr/>
          <p:nvPr/>
        </p:nvCxnSpPr>
        <p:spPr>
          <a:xfrm flipH="1">
            <a:off x="1045959" y="2213783"/>
            <a:ext cx="2136" cy="1828800"/>
          </a:xfrm>
          <a:prstGeom prst="straightConnector1">
            <a:avLst/>
          </a:prstGeom>
          <a:noFill/>
          <a:ln w="165100" cap="flat" cmpd="sng">
            <a:solidFill>
              <a:schemeClr val="accent6"/>
            </a:solidFill>
            <a:prstDash val="solid"/>
            <a:miter lim="800000"/>
            <a:headEnd type="none" w="sm" len="sm"/>
            <a:tailEnd type="none" w="sm" len="sm"/>
          </a:ln>
        </p:spPr>
      </p:cxnSp>
      <p:cxnSp>
        <p:nvCxnSpPr>
          <p:cNvPr id="2448" name="Google Shape;2448;g1fd5d481548_2_132"/>
          <p:cNvCxnSpPr/>
          <p:nvPr/>
        </p:nvCxnSpPr>
        <p:spPr>
          <a:xfrm flipH="1">
            <a:off x="6180493" y="2213783"/>
            <a:ext cx="11102" cy="1828800"/>
          </a:xfrm>
          <a:prstGeom prst="straightConnector1">
            <a:avLst/>
          </a:prstGeom>
          <a:noFill/>
          <a:ln w="165100" cap="flat" cmpd="sng">
            <a:solidFill>
              <a:schemeClr val="accent6"/>
            </a:solidFill>
            <a:prstDash val="solid"/>
            <a:miter lim="800000"/>
            <a:headEnd type="none" w="sm" len="sm"/>
            <a:tailEnd type="none" w="sm" len="sm"/>
          </a:ln>
        </p:spPr>
      </p:cxnSp>
      <p:cxnSp>
        <p:nvCxnSpPr>
          <p:cNvPr id="2449" name="Google Shape;2449;g1fd5d481548_2_132"/>
          <p:cNvCxnSpPr/>
          <p:nvPr/>
        </p:nvCxnSpPr>
        <p:spPr>
          <a:xfrm flipH="1">
            <a:off x="8745623" y="3904712"/>
            <a:ext cx="2136" cy="1828800"/>
          </a:xfrm>
          <a:prstGeom prst="straightConnector1">
            <a:avLst/>
          </a:prstGeom>
          <a:noFill/>
          <a:ln w="165100" cap="flat" cmpd="sng">
            <a:solidFill>
              <a:schemeClr val="accent6"/>
            </a:solidFill>
            <a:prstDash val="solid"/>
            <a:miter lim="800000"/>
            <a:headEnd type="none" w="sm" len="sm"/>
            <a:tailEnd type="none" w="sm" len="sm"/>
          </a:ln>
        </p:spPr>
      </p:cxnSp>
      <p:cxnSp>
        <p:nvCxnSpPr>
          <p:cNvPr id="2450" name="Google Shape;2450;g1fd5d481548_2_132"/>
          <p:cNvCxnSpPr/>
          <p:nvPr/>
        </p:nvCxnSpPr>
        <p:spPr>
          <a:xfrm flipH="1">
            <a:off x="3611089" y="3895941"/>
            <a:ext cx="2136" cy="1828800"/>
          </a:xfrm>
          <a:prstGeom prst="straightConnector1">
            <a:avLst/>
          </a:prstGeom>
          <a:noFill/>
          <a:ln w="165100" cap="flat" cmpd="sng">
            <a:solidFill>
              <a:schemeClr val="accent6"/>
            </a:solidFill>
            <a:prstDash val="solid"/>
            <a:miter lim="800000"/>
            <a:headEnd type="none" w="sm" len="sm"/>
            <a:tailEnd type="none" w="sm" len="sm"/>
          </a:ln>
        </p:spPr>
      </p:cxnSp>
      <p:sp>
        <p:nvSpPr>
          <p:cNvPr id="2451" name="Google Shape;2451;g1fd5d481548_2_132"/>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solidFill>
                  <a:schemeClr val="dk1"/>
                </a:solidFill>
                <a:latin typeface="Franklin Gothic"/>
                <a:ea typeface="Franklin Gothic"/>
                <a:cs typeface="Franklin Gothic"/>
                <a:sym typeface="Franklin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52" name="Google Shape;2452;g1fd5d481548_2_132"/>
          <p:cNvSpPr txBox="1">
            <a:spLocks noGrp="1"/>
          </p:cNvSpPr>
          <p:nvPr>
            <p:ph type="body" idx="1"/>
          </p:nvPr>
        </p:nvSpPr>
        <p:spPr>
          <a:xfrm>
            <a:off x="1296955" y="2934856"/>
            <a:ext cx="2133600"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53" name="Google Shape;2453;g1fd5d481548_2_132"/>
          <p:cNvSpPr txBox="1">
            <a:spLocks noGrp="1"/>
          </p:cNvSpPr>
          <p:nvPr>
            <p:ph type="body" idx="2"/>
          </p:nvPr>
        </p:nvSpPr>
        <p:spPr>
          <a:xfrm>
            <a:off x="1296955" y="2568686"/>
            <a:ext cx="2133600"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54" name="Google Shape;2454;g1fd5d481548_2_132"/>
          <p:cNvSpPr txBox="1">
            <a:spLocks noGrp="1"/>
          </p:cNvSpPr>
          <p:nvPr>
            <p:ph type="body" idx="3"/>
          </p:nvPr>
        </p:nvSpPr>
        <p:spPr>
          <a:xfrm>
            <a:off x="3897799" y="5087328"/>
            <a:ext cx="2133600"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55" name="Google Shape;2455;g1fd5d481548_2_132"/>
          <p:cNvSpPr txBox="1">
            <a:spLocks noGrp="1"/>
          </p:cNvSpPr>
          <p:nvPr>
            <p:ph type="body" idx="4"/>
          </p:nvPr>
        </p:nvSpPr>
        <p:spPr>
          <a:xfrm>
            <a:off x="3897799" y="4701908"/>
            <a:ext cx="2133600"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56" name="Google Shape;2456;g1fd5d481548_2_132"/>
          <p:cNvSpPr txBox="1">
            <a:spLocks noGrp="1"/>
          </p:cNvSpPr>
          <p:nvPr>
            <p:ph type="body" idx="5"/>
          </p:nvPr>
        </p:nvSpPr>
        <p:spPr>
          <a:xfrm>
            <a:off x="9001711" y="5087328"/>
            <a:ext cx="2133600"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57" name="Google Shape;2457;g1fd5d481548_2_132"/>
          <p:cNvSpPr txBox="1">
            <a:spLocks noGrp="1"/>
          </p:cNvSpPr>
          <p:nvPr>
            <p:ph type="body" idx="6"/>
          </p:nvPr>
        </p:nvSpPr>
        <p:spPr>
          <a:xfrm>
            <a:off x="9001711" y="4701908"/>
            <a:ext cx="2133600"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58" name="Google Shape;2458;g1fd5d481548_2_132"/>
          <p:cNvSpPr txBox="1">
            <a:spLocks noGrp="1"/>
          </p:cNvSpPr>
          <p:nvPr>
            <p:ph type="body" idx="7"/>
          </p:nvPr>
        </p:nvSpPr>
        <p:spPr>
          <a:xfrm>
            <a:off x="6438143" y="2934856"/>
            <a:ext cx="2133600"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59" name="Google Shape;2459;g1fd5d481548_2_132"/>
          <p:cNvSpPr txBox="1">
            <a:spLocks noGrp="1"/>
          </p:cNvSpPr>
          <p:nvPr>
            <p:ph type="body" idx="8"/>
          </p:nvPr>
        </p:nvSpPr>
        <p:spPr>
          <a:xfrm>
            <a:off x="6438143" y="2568686"/>
            <a:ext cx="2133600"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2460" name="Google Shape;2460;g1fd5d481548_2_132"/>
          <p:cNvCxnSpPr/>
          <p:nvPr/>
        </p:nvCxnSpPr>
        <p:spPr>
          <a:xfrm>
            <a:off x="967689" y="3968780"/>
            <a:ext cx="10275477" cy="0"/>
          </a:xfrm>
          <a:prstGeom prst="straightConnector1">
            <a:avLst/>
          </a:prstGeom>
          <a:noFill/>
          <a:ln w="165100" cap="flat" cmpd="sng">
            <a:solidFill>
              <a:schemeClr val="accent3"/>
            </a:solidFill>
            <a:prstDash val="solid"/>
            <a:miter lim="800000"/>
            <a:headEnd type="none" w="sm" len="sm"/>
            <a:tailEnd type="none" w="sm" len="sm"/>
          </a:ln>
        </p:spPr>
      </p:cxnSp>
      <p:sp>
        <p:nvSpPr>
          <p:cNvPr id="2461" name="Google Shape;2461;g1fd5d481548_2_132"/>
          <p:cNvSpPr/>
          <p:nvPr/>
        </p:nvSpPr>
        <p:spPr>
          <a:xfrm>
            <a:off x="964323" y="3883241"/>
            <a:ext cx="163271" cy="163271"/>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462" name="Google Shape;2462;g1fd5d481548_2_132"/>
          <p:cNvSpPr/>
          <p:nvPr/>
        </p:nvSpPr>
        <p:spPr>
          <a:xfrm>
            <a:off x="3531590" y="3892012"/>
            <a:ext cx="163271" cy="163271"/>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463" name="Google Shape;2463;g1fd5d481548_2_132"/>
          <p:cNvSpPr/>
          <p:nvPr/>
        </p:nvSpPr>
        <p:spPr>
          <a:xfrm>
            <a:off x="6098857" y="3883241"/>
            <a:ext cx="163271" cy="163271"/>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464" name="Google Shape;2464;g1fd5d481548_2_132"/>
          <p:cNvSpPr/>
          <p:nvPr/>
        </p:nvSpPr>
        <p:spPr>
          <a:xfrm>
            <a:off x="8666124" y="3892012"/>
            <a:ext cx="163271" cy="163271"/>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465" name="Google Shape;2465;g1fd5d481548_2_132"/>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66" name="Google Shape;2466;g1fd5d481548_2_132"/>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67" name="Google Shape;2467;g1fd5d481548_2_132"/>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3768">
          <p15:clr>
            <a:srgbClr val="FBAE40"/>
          </p15:clr>
        </p15:guide>
        <p15:guide id="9" orient="horz" pos="552">
          <p15:clr>
            <a:srgbClr val="FBAE40"/>
          </p15:clr>
        </p15:guide>
        <p15:guide id="10" orient="horz" pos="1512">
          <p15:clr>
            <a:srgbClr val="FBAE40"/>
          </p15:clr>
        </p15:guide>
        <p15:guide id="11" orient="horz" pos="283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2 Col">
  <p:cSld name="2 Col">
    <p:bg>
      <p:bgPr>
        <a:solidFill>
          <a:schemeClr val="lt1"/>
        </a:solidFill>
        <a:effectLst/>
      </p:bgPr>
    </p:bg>
    <p:spTree>
      <p:nvGrpSpPr>
        <p:cNvPr id="1" name="Shape 2468"/>
        <p:cNvGrpSpPr/>
        <p:nvPr/>
      </p:nvGrpSpPr>
      <p:grpSpPr>
        <a:xfrm>
          <a:off x="0" y="0"/>
          <a:ext cx="0" cy="0"/>
          <a:chOff x="0" y="0"/>
          <a:chExt cx="0" cy="0"/>
        </a:xfrm>
      </p:grpSpPr>
      <p:grpSp>
        <p:nvGrpSpPr>
          <p:cNvPr id="2469" name="Google Shape;2469;g1fd5d481548_2_154"/>
          <p:cNvGrpSpPr/>
          <p:nvPr/>
        </p:nvGrpSpPr>
        <p:grpSpPr>
          <a:xfrm rot="5400000" flipH="1">
            <a:off x="0" y="3900132"/>
            <a:ext cx="2959226" cy="2959226"/>
            <a:chOff x="0" y="12289"/>
            <a:chExt cx="3550" cy="3551"/>
          </a:xfrm>
        </p:grpSpPr>
        <p:sp>
          <p:nvSpPr>
            <p:cNvPr id="2470" name="Google Shape;2470;g1fd5d481548_2_154"/>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471" name="Google Shape;2471;g1fd5d481548_2_154"/>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472" name="Google Shape;2472;g1fd5d481548_2_154"/>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grpSp>
      <p:sp>
        <p:nvSpPr>
          <p:cNvPr id="2473" name="Google Shape;2473;g1fd5d481548_2_154"/>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2474" name="Google Shape;2474;g1fd5d481548_2_154"/>
          <p:cNvCxnSpPr/>
          <p:nvPr/>
        </p:nvCxnSpPr>
        <p:spPr>
          <a:xfrm>
            <a:off x="952500"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2475" name="Google Shape;2475;g1fd5d481548_2_154"/>
          <p:cNvSpPr txBox="1">
            <a:spLocks noGrp="1"/>
          </p:cNvSpPr>
          <p:nvPr>
            <p:ph type="body" idx="1"/>
          </p:nvPr>
        </p:nvSpPr>
        <p:spPr>
          <a:xfrm>
            <a:off x="964023" y="2300984"/>
            <a:ext cx="4827178" cy="404216"/>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2476" name="Google Shape;2476;g1fd5d481548_2_154"/>
          <p:cNvSpPr txBox="1">
            <a:spLocks noGrp="1"/>
          </p:cNvSpPr>
          <p:nvPr>
            <p:ph type="body" idx="2"/>
          </p:nvPr>
        </p:nvSpPr>
        <p:spPr>
          <a:xfrm>
            <a:off x="6362700" y="2300984"/>
            <a:ext cx="4764829" cy="404216"/>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2477" name="Google Shape;2477;g1fd5d481548_2_154"/>
          <p:cNvSpPr txBox="1">
            <a:spLocks noGrp="1"/>
          </p:cNvSpPr>
          <p:nvPr>
            <p:ph type="body" idx="3"/>
          </p:nvPr>
        </p:nvSpPr>
        <p:spPr>
          <a:xfrm>
            <a:off x="964023" y="2799146"/>
            <a:ext cx="4827178" cy="1942138"/>
          </a:xfrm>
          <a:prstGeom prst="rect">
            <a:avLst/>
          </a:prstGeom>
          <a:noFill/>
          <a:ln>
            <a:noFill/>
          </a:ln>
        </p:spPr>
        <p:txBody>
          <a:bodyPr spcFirstLastPara="1" wrap="square" lIns="0" tIns="0" rIns="0" bIns="0" anchor="t" anchorCtr="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78" name="Google Shape;2478;g1fd5d481548_2_154"/>
          <p:cNvSpPr txBox="1">
            <a:spLocks noGrp="1"/>
          </p:cNvSpPr>
          <p:nvPr>
            <p:ph type="body" idx="4"/>
          </p:nvPr>
        </p:nvSpPr>
        <p:spPr>
          <a:xfrm>
            <a:off x="6362700" y="2799146"/>
            <a:ext cx="4756241" cy="1942138"/>
          </a:xfrm>
          <a:prstGeom prst="rect">
            <a:avLst/>
          </a:prstGeom>
          <a:noFill/>
          <a:ln>
            <a:noFill/>
          </a:ln>
        </p:spPr>
        <p:txBody>
          <a:bodyPr spcFirstLastPara="1" wrap="square" lIns="0" tIns="0" rIns="0" bIns="0" anchor="t" anchorCtr="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2479" name="Google Shape;2479;g1fd5d481548_2_154"/>
          <p:cNvCxnSpPr/>
          <p:nvPr/>
        </p:nvCxnSpPr>
        <p:spPr>
          <a:xfrm>
            <a:off x="6362700"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2480" name="Google Shape;2480;g1fd5d481548_2_154"/>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81" name="Google Shape;2481;g1fd5d481548_2_154"/>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82" name="Google Shape;2482;g1fd5d481548_2_154"/>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3 col">
  <p:cSld name="3 col">
    <p:bg>
      <p:bgPr>
        <a:solidFill>
          <a:schemeClr val="lt1"/>
        </a:solidFill>
        <a:effectLst/>
      </p:bgPr>
    </p:bg>
    <p:spTree>
      <p:nvGrpSpPr>
        <p:cNvPr id="1" name="Shape 2483"/>
        <p:cNvGrpSpPr/>
        <p:nvPr/>
      </p:nvGrpSpPr>
      <p:grpSpPr>
        <a:xfrm>
          <a:off x="0" y="0"/>
          <a:ext cx="0" cy="0"/>
          <a:chOff x="0" y="0"/>
          <a:chExt cx="0" cy="0"/>
        </a:xfrm>
      </p:grpSpPr>
      <p:grpSp>
        <p:nvGrpSpPr>
          <p:cNvPr id="2484" name="Google Shape;2484;g1fd5d481548_2_169"/>
          <p:cNvGrpSpPr/>
          <p:nvPr/>
        </p:nvGrpSpPr>
        <p:grpSpPr>
          <a:xfrm rot="5400000" flipH="1">
            <a:off x="0" y="3900132"/>
            <a:ext cx="2959226" cy="2959226"/>
            <a:chOff x="0" y="12289"/>
            <a:chExt cx="3550" cy="3551"/>
          </a:xfrm>
        </p:grpSpPr>
        <p:sp>
          <p:nvSpPr>
            <p:cNvPr id="2485" name="Google Shape;2485;g1fd5d481548_2_169"/>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486" name="Google Shape;2486;g1fd5d481548_2_169"/>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sp>
          <p:nvSpPr>
            <p:cNvPr id="2487" name="Google Shape;2487;g1fd5d481548_2_169"/>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Franklin"/>
                <a:ea typeface="Libre Franklin"/>
                <a:cs typeface="Libre Franklin"/>
                <a:sym typeface="Libre Franklin"/>
              </a:endParaRPr>
            </a:p>
          </p:txBody>
        </p:sp>
      </p:grpSp>
      <p:sp>
        <p:nvSpPr>
          <p:cNvPr id="2488" name="Google Shape;2488;g1fd5d481548_2_169"/>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2489" name="Google Shape;2489;g1fd5d481548_2_169"/>
          <p:cNvCxnSpPr/>
          <p:nvPr/>
        </p:nvCxnSpPr>
        <p:spPr>
          <a:xfrm>
            <a:off x="952500"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2490" name="Google Shape;2490;g1fd5d481548_2_169"/>
          <p:cNvSpPr txBox="1">
            <a:spLocks noGrp="1"/>
          </p:cNvSpPr>
          <p:nvPr>
            <p:ph type="body" idx="1"/>
          </p:nvPr>
        </p:nvSpPr>
        <p:spPr>
          <a:xfrm>
            <a:off x="952500" y="2300156"/>
            <a:ext cx="3036477" cy="404216"/>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chemeClr val="lt2"/>
              </a:buClr>
              <a:buSzPts val="1800"/>
              <a:buNone/>
              <a:defRPr sz="180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2491" name="Google Shape;2491;g1fd5d481548_2_169"/>
          <p:cNvSpPr txBox="1">
            <a:spLocks noGrp="1"/>
          </p:cNvSpPr>
          <p:nvPr>
            <p:ph type="body" idx="2"/>
          </p:nvPr>
        </p:nvSpPr>
        <p:spPr>
          <a:xfrm>
            <a:off x="952500" y="2799146"/>
            <a:ext cx="3036477" cy="1942138"/>
          </a:xfrm>
          <a:prstGeom prst="rect">
            <a:avLst/>
          </a:prstGeom>
          <a:noFill/>
          <a:ln>
            <a:noFill/>
          </a:ln>
        </p:spPr>
        <p:txBody>
          <a:bodyPr spcFirstLastPara="1" wrap="square" lIns="0" tIns="0" rIns="0" bIns="0" anchor="t" anchorCtr="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92" name="Google Shape;2492;g1fd5d481548_2_169"/>
          <p:cNvSpPr txBox="1">
            <a:spLocks noGrp="1"/>
          </p:cNvSpPr>
          <p:nvPr>
            <p:ph type="body" idx="3"/>
          </p:nvPr>
        </p:nvSpPr>
        <p:spPr>
          <a:xfrm>
            <a:off x="4569372" y="2300156"/>
            <a:ext cx="3036477" cy="404216"/>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chemeClr val="lt2"/>
              </a:buClr>
              <a:buSzPts val="1800"/>
              <a:buNone/>
              <a:defRPr sz="180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2493" name="Google Shape;2493;g1fd5d481548_2_169"/>
          <p:cNvSpPr txBox="1">
            <a:spLocks noGrp="1"/>
          </p:cNvSpPr>
          <p:nvPr>
            <p:ph type="body" idx="4"/>
          </p:nvPr>
        </p:nvSpPr>
        <p:spPr>
          <a:xfrm>
            <a:off x="4569372" y="2799146"/>
            <a:ext cx="3050628" cy="1942138"/>
          </a:xfrm>
          <a:prstGeom prst="rect">
            <a:avLst/>
          </a:prstGeom>
          <a:noFill/>
          <a:ln>
            <a:noFill/>
          </a:ln>
        </p:spPr>
        <p:txBody>
          <a:bodyPr spcFirstLastPara="1" wrap="square" lIns="0" tIns="0" rIns="0" bIns="0" anchor="t" anchorCtr="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94" name="Google Shape;2494;g1fd5d481548_2_169"/>
          <p:cNvSpPr txBox="1">
            <a:spLocks noGrp="1"/>
          </p:cNvSpPr>
          <p:nvPr>
            <p:ph type="body" idx="5"/>
          </p:nvPr>
        </p:nvSpPr>
        <p:spPr>
          <a:xfrm>
            <a:off x="8187017" y="2300156"/>
            <a:ext cx="3036477" cy="404216"/>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chemeClr val="lt2"/>
              </a:buClr>
              <a:buSzPts val="1800"/>
              <a:buNone/>
              <a:defRPr sz="180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2495" name="Google Shape;2495;g1fd5d481548_2_169"/>
          <p:cNvSpPr txBox="1">
            <a:spLocks noGrp="1"/>
          </p:cNvSpPr>
          <p:nvPr>
            <p:ph type="body" idx="6"/>
          </p:nvPr>
        </p:nvSpPr>
        <p:spPr>
          <a:xfrm>
            <a:off x="8187017" y="2799146"/>
            <a:ext cx="3036477" cy="1942138"/>
          </a:xfrm>
          <a:prstGeom prst="rect">
            <a:avLst/>
          </a:prstGeom>
          <a:noFill/>
          <a:ln>
            <a:noFill/>
          </a:ln>
        </p:spPr>
        <p:txBody>
          <a:bodyPr spcFirstLastPara="1" wrap="square" lIns="0" tIns="0" rIns="0" bIns="0" anchor="t" anchorCtr="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2496" name="Google Shape;2496;g1fd5d481548_2_169"/>
          <p:cNvCxnSpPr/>
          <p:nvPr/>
        </p:nvCxnSpPr>
        <p:spPr>
          <a:xfrm>
            <a:off x="4569372" y="1939108"/>
            <a:ext cx="2133600" cy="3992"/>
          </a:xfrm>
          <a:prstGeom prst="straightConnector1">
            <a:avLst/>
          </a:prstGeom>
          <a:noFill/>
          <a:ln w="101600" cap="flat" cmpd="sng">
            <a:solidFill>
              <a:schemeClr val="lt2"/>
            </a:solidFill>
            <a:prstDash val="solid"/>
            <a:miter lim="800000"/>
            <a:headEnd type="none" w="sm" len="sm"/>
            <a:tailEnd type="none" w="sm" len="sm"/>
          </a:ln>
        </p:spPr>
      </p:cxnSp>
      <p:cxnSp>
        <p:nvCxnSpPr>
          <p:cNvPr id="2497" name="Google Shape;2497;g1fd5d481548_2_169"/>
          <p:cNvCxnSpPr/>
          <p:nvPr/>
        </p:nvCxnSpPr>
        <p:spPr>
          <a:xfrm>
            <a:off x="8187017"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2498" name="Google Shape;2498;g1fd5d481548_2_169"/>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99" name="Google Shape;2499;g1fd5d481548_2_169"/>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00" name="Google Shape;2500;g1fd5d481548_2_169"/>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520">
          <p15:clr>
            <a:srgbClr val="FBAE40"/>
          </p15:clr>
        </p15:guide>
        <p15:guide id="4" pos="5160">
          <p15:clr>
            <a:srgbClr val="FBAE40"/>
          </p15:clr>
        </p15:guide>
        <p15:guide id="5" orient="horz" pos="1224">
          <p15:clr>
            <a:srgbClr val="FBAE40"/>
          </p15:clr>
        </p15:guide>
        <p15:guide id="6" orient="horz" pos="1440">
          <p15:clr>
            <a:srgbClr val="FBAE40"/>
          </p15:clr>
        </p15:guide>
        <p15:guide id="7" orient="horz" pos="552">
          <p15:clr>
            <a:srgbClr val="FBAE40"/>
          </p15:clr>
        </p15:guide>
        <p15:guide id="8" pos="4800">
          <p15:clr>
            <a:srgbClr val="FBAE40"/>
          </p15:clr>
        </p15:guide>
        <p15:guide id="9" pos="2880">
          <p15:clr>
            <a:srgbClr val="FBAE40"/>
          </p15:clr>
        </p15:guide>
        <p15:guide id="10" orient="horz" pos="175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14"/>
        <p:cNvGrpSpPr/>
        <p:nvPr/>
      </p:nvGrpSpPr>
      <p:grpSpPr>
        <a:xfrm>
          <a:off x="0" y="0"/>
          <a:ext cx="0" cy="0"/>
          <a:chOff x="0" y="0"/>
          <a:chExt cx="0" cy="0"/>
        </a:xfrm>
      </p:grpSpPr>
      <p:sp>
        <p:nvSpPr>
          <p:cNvPr id="2315" name="Google Shape;2315;g1fd5d481548_2_0"/>
          <p:cNvSpPr txBox="1">
            <a:spLocks noGrp="1"/>
          </p:cNvSpPr>
          <p:nvPr>
            <p:ph type="body" idx="1"/>
          </p:nvPr>
        </p:nvSpPr>
        <p:spPr>
          <a:xfrm>
            <a:off x="971550" y="1825625"/>
            <a:ext cx="1038225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9pPr>
          </a:lstStyle>
          <a:p>
            <a:endParaRPr/>
          </a:p>
        </p:txBody>
      </p:sp>
      <p:sp>
        <p:nvSpPr>
          <p:cNvPr id="2316" name="Google Shape;2316;g1fd5d481548_2_0"/>
          <p:cNvSpPr txBox="1">
            <a:spLocks noGrp="1"/>
          </p:cNvSpPr>
          <p:nvPr>
            <p:ph type="title"/>
          </p:nvPr>
        </p:nvSpPr>
        <p:spPr>
          <a:xfrm>
            <a:off x="952500" y="365125"/>
            <a:ext cx="104013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Franklin Gothic"/>
              <a:buNone/>
              <a:defRPr sz="4400" b="1" i="0" u="none" strike="noStrike" cap="none">
                <a:solidFill>
                  <a:schemeClr val="dk1"/>
                </a:solidFill>
                <a:latin typeface="Franklin Gothic"/>
                <a:ea typeface="Franklin Gothic"/>
                <a:cs typeface="Franklin Gothic"/>
                <a:sym typeface="Franklin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9pPr>
          </a:lstStyle>
          <a:p>
            <a:endParaRPr/>
          </a:p>
        </p:txBody>
      </p:sp>
      <p:sp>
        <p:nvSpPr>
          <p:cNvPr id="2317" name="Google Shape;2317;g1fd5d481548_2_0"/>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9pPr>
          </a:lstStyle>
          <a:p>
            <a:endParaRPr/>
          </a:p>
        </p:txBody>
      </p:sp>
      <p:sp>
        <p:nvSpPr>
          <p:cNvPr id="2318" name="Google Shape;2318;g1fd5d481548_2_0"/>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Franklin Gothic"/>
                <a:ea typeface="Franklin Gothic"/>
                <a:cs typeface="Franklin Gothic"/>
                <a:sym typeface="Franklin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9pPr>
          </a:lstStyle>
          <a:p>
            <a:endParaRPr/>
          </a:p>
        </p:txBody>
      </p:sp>
      <p:sp>
        <p:nvSpPr>
          <p:cNvPr id="2319" name="Google Shape;2319;g1fd5d481548_2_0"/>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marR="0" lvl="0" indent="0" algn="l"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2" r:id="rId6"/>
    <p:sldLayoutId id="2147483683" r:id="rId7"/>
    <p:sldLayoutId id="2147483684" r:id="rId8"/>
    <p:sldLayoutId id="2147483685" r:id="rId9"/>
    <p:sldLayoutId id="2147483686" r:id="rId10"/>
    <p:sldLayoutId id="2147483687"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14"/>
        <p:cNvGrpSpPr/>
        <p:nvPr/>
      </p:nvGrpSpPr>
      <p:grpSpPr>
        <a:xfrm>
          <a:off x="0" y="0"/>
          <a:ext cx="0" cy="0"/>
          <a:chOff x="0" y="0"/>
          <a:chExt cx="0" cy="0"/>
        </a:xfrm>
      </p:grpSpPr>
      <p:sp>
        <p:nvSpPr>
          <p:cNvPr id="2515" name="Google Shape;2515;g1fd5d481548_2_197"/>
          <p:cNvSpPr txBox="1">
            <a:spLocks noGrp="1"/>
          </p:cNvSpPr>
          <p:nvPr>
            <p:ph type="ctrTitle"/>
          </p:nvPr>
        </p:nvSpPr>
        <p:spPr>
          <a:xfrm>
            <a:off x="3099701" y="1024200"/>
            <a:ext cx="7187100" cy="1151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3600"/>
              <a:buFont typeface="Franklin Gothic"/>
              <a:buNone/>
            </a:pPr>
            <a:r>
              <a:rPr lang="en-US" sz="2500" b="1" u="sng" dirty="0">
                <a:latin typeface="Calibri" panose="020F0502020204030204" pitchFamily="34" charset="0"/>
                <a:cs typeface="Calibri" panose="020F0502020204030204" pitchFamily="34" charset="0"/>
              </a:rPr>
              <a:t>Basic Details of the Team and Problem Statement</a:t>
            </a:r>
            <a:endParaRPr sz="2500" u="sng" dirty="0">
              <a:latin typeface="Calibri" panose="020F0502020204030204" pitchFamily="34" charset="0"/>
              <a:cs typeface="Calibri" panose="020F0502020204030204" pitchFamily="34" charset="0"/>
            </a:endParaRPr>
          </a:p>
        </p:txBody>
      </p:sp>
      <p:sp>
        <p:nvSpPr>
          <p:cNvPr id="2516" name="Google Shape;2516;g1fd5d481548_2_197"/>
          <p:cNvSpPr txBox="1">
            <a:spLocks noGrp="1"/>
          </p:cNvSpPr>
          <p:nvPr>
            <p:ph type="body" idx="1"/>
          </p:nvPr>
        </p:nvSpPr>
        <p:spPr>
          <a:xfrm>
            <a:off x="5659676" y="1728906"/>
            <a:ext cx="6378300" cy="4968175"/>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Clr>
                <a:schemeClr val="lt2"/>
              </a:buClr>
              <a:buSzPts val="1800"/>
              <a:buNone/>
            </a:pPr>
            <a:endParaRPr b="1" dirty="0">
              <a:latin typeface="Calibri" panose="020F0502020204030204" pitchFamily="34" charset="0"/>
              <a:cs typeface="Calibri" panose="020F0502020204030204" pitchFamily="34" charset="0"/>
            </a:endParaRPr>
          </a:p>
          <a:p>
            <a:pPr marL="0" lvl="0" indent="0"/>
            <a:r>
              <a:rPr lang="en-US" sz="1900" b="1" dirty="0">
                <a:latin typeface="Calibri" panose="020F0502020204030204" pitchFamily="34" charset="0"/>
                <a:ea typeface="Franklin Gothic"/>
                <a:cs typeface="Calibri" panose="020F0502020204030204" pitchFamily="34" charset="0"/>
                <a:sym typeface="Franklin Gothic"/>
              </a:rPr>
              <a:t>PS </a:t>
            </a:r>
            <a:r>
              <a:rPr lang="en-US" sz="1900" b="1" dirty="0" smtClean="0">
                <a:latin typeface="Calibri" panose="020F0502020204030204" pitchFamily="34" charset="0"/>
                <a:ea typeface="Franklin Gothic"/>
                <a:cs typeface="Calibri" panose="020F0502020204030204" pitchFamily="34" charset="0"/>
                <a:sym typeface="Franklin Gothic"/>
              </a:rPr>
              <a:t>Code: </a:t>
            </a:r>
            <a:r>
              <a:rPr lang="en-US" b="1" u="sng" dirty="0">
                <a:latin typeface="Calibri" panose="020F0502020204030204" pitchFamily="34" charset="0"/>
                <a:cs typeface="Calibri" panose="020F0502020204030204" pitchFamily="34" charset="0"/>
              </a:rPr>
              <a:t>ED001</a:t>
            </a:r>
            <a:endParaRPr sz="1900" b="1" u="sng" dirty="0">
              <a:latin typeface="Calibri" panose="020F0502020204030204" pitchFamily="34" charset="0"/>
              <a:cs typeface="Calibri" panose="020F0502020204030204" pitchFamily="34" charset="0"/>
            </a:endParaRPr>
          </a:p>
          <a:p>
            <a:pPr marL="0" lvl="0" indent="0"/>
            <a:r>
              <a:rPr lang="en-US" sz="1900" b="1" dirty="0">
                <a:latin typeface="Calibri" panose="020F0502020204030204" pitchFamily="34" charset="0"/>
                <a:ea typeface="Franklin Gothic"/>
                <a:cs typeface="Calibri" panose="020F0502020204030204" pitchFamily="34" charset="0"/>
                <a:sym typeface="Franklin Gothic"/>
              </a:rPr>
              <a:t>   </a:t>
            </a:r>
            <a:br>
              <a:rPr lang="en-US" sz="1900" b="1" dirty="0">
                <a:latin typeface="Calibri" panose="020F0502020204030204" pitchFamily="34" charset="0"/>
                <a:ea typeface="Franklin Gothic"/>
                <a:cs typeface="Calibri" panose="020F0502020204030204" pitchFamily="34" charset="0"/>
                <a:sym typeface="Franklin Gothic"/>
              </a:rPr>
            </a:br>
            <a:r>
              <a:rPr lang="en-US" sz="1900" b="1" dirty="0">
                <a:latin typeface="Calibri" panose="020F0502020204030204" pitchFamily="34" charset="0"/>
                <a:ea typeface="Franklin Gothic"/>
                <a:cs typeface="Calibri" panose="020F0502020204030204" pitchFamily="34" charset="0"/>
                <a:sym typeface="Franklin Gothic"/>
              </a:rPr>
              <a:t>Problem Statement Title</a:t>
            </a:r>
            <a:r>
              <a:rPr lang="en-US" sz="1900" b="1" dirty="0" smtClean="0">
                <a:latin typeface="Calibri" panose="020F0502020204030204" pitchFamily="34" charset="0"/>
                <a:ea typeface="Franklin Gothic"/>
                <a:cs typeface="Calibri" panose="020F0502020204030204" pitchFamily="34" charset="0"/>
                <a:sym typeface="Franklin Gothic"/>
              </a:rPr>
              <a:t>: </a:t>
            </a:r>
            <a:r>
              <a:rPr lang="en-US" b="1" dirty="0">
                <a:latin typeface="Calibri" panose="020F0502020204030204" pitchFamily="34" charset="0"/>
                <a:ea typeface="Franklin Gothic"/>
                <a:cs typeface="Calibri" panose="020F0502020204030204" pitchFamily="34" charset="0"/>
              </a:rPr>
              <a:t>C</a:t>
            </a:r>
            <a:r>
              <a:rPr lang="en-US" b="1" dirty="0" smtClean="0">
                <a:latin typeface="Calibri" panose="020F0502020204030204" pitchFamily="34" charset="0"/>
                <a:cs typeface="Calibri" panose="020F0502020204030204" pitchFamily="34" charset="0"/>
              </a:rPr>
              <a:t>hallenge </a:t>
            </a:r>
            <a:r>
              <a:rPr lang="en-US" b="1" dirty="0">
                <a:latin typeface="Calibri" panose="020F0502020204030204" pitchFamily="34" charset="0"/>
                <a:cs typeface="Calibri" panose="020F0502020204030204" pitchFamily="34" charset="0"/>
              </a:rPr>
              <a:t>of fake certificates </a:t>
            </a:r>
            <a:r>
              <a:rPr lang="en-US" b="1" dirty="0" smtClean="0">
                <a:latin typeface="Calibri" panose="020F0502020204030204" pitchFamily="34" charset="0"/>
                <a:cs typeface="Calibri" panose="020F0502020204030204" pitchFamily="34" charset="0"/>
              </a:rPr>
              <a:t>circulation</a:t>
            </a:r>
            <a:endParaRPr sz="1900" b="1" dirty="0">
              <a:latin typeface="Calibri" panose="020F0502020204030204" pitchFamily="34" charset="0"/>
              <a:cs typeface="Calibri" panose="020F0502020204030204" pitchFamily="34" charset="0"/>
            </a:endParaRPr>
          </a:p>
          <a:p>
            <a:pPr marL="0" lvl="0" indent="0" algn="l" rtl="0">
              <a:lnSpc>
                <a:spcPct val="90000"/>
              </a:lnSpc>
              <a:spcBef>
                <a:spcPts val="1000"/>
              </a:spcBef>
              <a:spcAft>
                <a:spcPts val="0"/>
              </a:spcAft>
              <a:buClr>
                <a:schemeClr val="lt2"/>
              </a:buClr>
              <a:buSzPts val="1800"/>
              <a:buNone/>
            </a:pPr>
            <a:r>
              <a:rPr lang="en-US" sz="1900" b="1" dirty="0">
                <a:latin typeface="Calibri" panose="020F0502020204030204" pitchFamily="34" charset="0"/>
                <a:ea typeface="Franklin Gothic"/>
                <a:cs typeface="Calibri" panose="020F0502020204030204" pitchFamily="34" charset="0"/>
                <a:sym typeface="Franklin Gothic"/>
              </a:rPr>
              <a:t/>
            </a:r>
            <a:br>
              <a:rPr lang="en-US" sz="1900" b="1" dirty="0">
                <a:latin typeface="Calibri" panose="020F0502020204030204" pitchFamily="34" charset="0"/>
                <a:ea typeface="Franklin Gothic"/>
                <a:cs typeface="Calibri" panose="020F0502020204030204" pitchFamily="34" charset="0"/>
                <a:sym typeface="Franklin Gothic"/>
              </a:rPr>
            </a:br>
            <a:r>
              <a:rPr lang="en-US" sz="1900" b="1" dirty="0">
                <a:latin typeface="Calibri" panose="020F0502020204030204" pitchFamily="34" charset="0"/>
                <a:ea typeface="Franklin Gothic"/>
                <a:cs typeface="Calibri" panose="020F0502020204030204" pitchFamily="34" charset="0"/>
                <a:sym typeface="Franklin Gothic"/>
              </a:rPr>
              <a:t>Team Name</a:t>
            </a:r>
            <a:r>
              <a:rPr lang="en-US" sz="1900" b="1" dirty="0" smtClean="0">
                <a:latin typeface="Calibri" panose="020F0502020204030204" pitchFamily="34" charset="0"/>
                <a:ea typeface="Franklin Gothic"/>
                <a:cs typeface="Calibri" panose="020F0502020204030204" pitchFamily="34" charset="0"/>
                <a:sym typeface="Franklin Gothic"/>
              </a:rPr>
              <a:t>: Ace</a:t>
            </a:r>
            <a:endParaRPr sz="1900" b="1" dirty="0">
              <a:latin typeface="Calibri" panose="020F0502020204030204" pitchFamily="34" charset="0"/>
              <a:cs typeface="Calibri" panose="020F0502020204030204" pitchFamily="34" charset="0"/>
            </a:endParaRPr>
          </a:p>
          <a:p>
            <a:pPr marL="0" lvl="0" indent="0" algn="l" rtl="0">
              <a:lnSpc>
                <a:spcPct val="90000"/>
              </a:lnSpc>
              <a:spcBef>
                <a:spcPts val="1000"/>
              </a:spcBef>
              <a:spcAft>
                <a:spcPts val="0"/>
              </a:spcAft>
              <a:buClr>
                <a:schemeClr val="lt2"/>
              </a:buClr>
              <a:buSzPts val="1800"/>
              <a:buNone/>
            </a:pPr>
            <a:r>
              <a:rPr lang="en-US" sz="1900" b="1" dirty="0">
                <a:latin typeface="Calibri" panose="020F0502020204030204" pitchFamily="34" charset="0"/>
                <a:ea typeface="Franklin Gothic"/>
                <a:cs typeface="Calibri" panose="020F0502020204030204" pitchFamily="34" charset="0"/>
                <a:sym typeface="Franklin Gothic"/>
              </a:rPr>
              <a:t/>
            </a:r>
            <a:br>
              <a:rPr lang="en-US" sz="1900" b="1" dirty="0">
                <a:latin typeface="Calibri" panose="020F0502020204030204" pitchFamily="34" charset="0"/>
                <a:ea typeface="Franklin Gothic"/>
                <a:cs typeface="Calibri" panose="020F0502020204030204" pitchFamily="34" charset="0"/>
                <a:sym typeface="Franklin Gothic"/>
              </a:rPr>
            </a:br>
            <a:r>
              <a:rPr lang="en-US" sz="1900" b="1" dirty="0">
                <a:latin typeface="Calibri" panose="020F0502020204030204" pitchFamily="34" charset="0"/>
                <a:ea typeface="Franklin Gothic"/>
                <a:cs typeface="Calibri" panose="020F0502020204030204" pitchFamily="34" charset="0"/>
                <a:sym typeface="Franklin Gothic"/>
              </a:rPr>
              <a:t>Team Leader Name</a:t>
            </a:r>
            <a:r>
              <a:rPr lang="en-US" sz="1900" b="1" dirty="0" smtClean="0">
                <a:latin typeface="Calibri" panose="020F0502020204030204" pitchFamily="34" charset="0"/>
                <a:ea typeface="Franklin Gothic"/>
                <a:cs typeface="Calibri" panose="020F0502020204030204" pitchFamily="34" charset="0"/>
                <a:sym typeface="Franklin Gothic"/>
              </a:rPr>
              <a:t>: Ayush Jadham</a:t>
            </a:r>
            <a:endParaRPr sz="1900" b="1" dirty="0">
              <a:latin typeface="Calibri" panose="020F0502020204030204" pitchFamily="34" charset="0"/>
              <a:cs typeface="Calibri" panose="020F0502020204030204" pitchFamily="34" charset="0"/>
            </a:endParaRPr>
          </a:p>
          <a:p>
            <a:pPr marL="0" lvl="0" indent="0"/>
            <a:r>
              <a:rPr lang="en-US" sz="1900" b="1" dirty="0">
                <a:latin typeface="Calibri" panose="020F0502020204030204" pitchFamily="34" charset="0"/>
                <a:ea typeface="Franklin Gothic"/>
                <a:cs typeface="Calibri" panose="020F0502020204030204" pitchFamily="34" charset="0"/>
                <a:sym typeface="Franklin Gothic"/>
              </a:rPr>
              <a:t/>
            </a:r>
            <a:br>
              <a:rPr lang="en-US" sz="1900" b="1" dirty="0">
                <a:latin typeface="Calibri" panose="020F0502020204030204" pitchFamily="34" charset="0"/>
                <a:ea typeface="Franklin Gothic"/>
                <a:cs typeface="Calibri" panose="020F0502020204030204" pitchFamily="34" charset="0"/>
                <a:sym typeface="Franklin Gothic"/>
              </a:rPr>
            </a:br>
            <a:r>
              <a:rPr lang="en-US" sz="1900" b="1" dirty="0">
                <a:latin typeface="Calibri" panose="020F0502020204030204" pitchFamily="34" charset="0"/>
                <a:ea typeface="Franklin Gothic"/>
                <a:cs typeface="Calibri" panose="020F0502020204030204" pitchFamily="34" charset="0"/>
                <a:sym typeface="Franklin Gothic"/>
              </a:rPr>
              <a:t>Institute Name: </a:t>
            </a:r>
            <a:r>
              <a:rPr lang="en-US" sz="1900" b="1" dirty="0" smtClean="0">
                <a:latin typeface="Calibri" panose="020F0502020204030204" pitchFamily="34" charset="0"/>
                <a:ea typeface="Franklin Gothic"/>
                <a:cs typeface="Calibri" panose="020F0502020204030204" pitchFamily="34" charset="0"/>
                <a:sym typeface="Franklin Gothic"/>
              </a:rPr>
              <a:t>Bansal </a:t>
            </a:r>
            <a:r>
              <a:rPr lang="en-US" sz="1900" b="1" dirty="0">
                <a:latin typeface="Calibri" panose="020F0502020204030204" pitchFamily="34" charset="0"/>
                <a:ea typeface="Franklin Gothic"/>
                <a:cs typeface="Calibri" panose="020F0502020204030204" pitchFamily="34" charset="0"/>
                <a:sym typeface="Franklin Gothic"/>
              </a:rPr>
              <a:t>institute of science and </a:t>
            </a:r>
            <a:r>
              <a:rPr lang="en-US" sz="1900" b="1" dirty="0" smtClean="0">
                <a:latin typeface="Calibri" panose="020F0502020204030204" pitchFamily="34" charset="0"/>
                <a:ea typeface="Franklin Gothic"/>
                <a:cs typeface="Calibri" panose="020F0502020204030204" pitchFamily="34" charset="0"/>
                <a:sym typeface="Franklin Gothic"/>
              </a:rPr>
              <a:t>technology</a:t>
            </a:r>
            <a:endParaRPr sz="1900" b="1" dirty="0">
              <a:latin typeface="Calibri" panose="020F0502020204030204" pitchFamily="34" charset="0"/>
              <a:cs typeface="Calibri" panose="020F0502020204030204" pitchFamily="34" charset="0"/>
            </a:endParaRPr>
          </a:p>
          <a:p>
            <a:pPr marL="0" lvl="0" indent="0" algn="l" rtl="0">
              <a:lnSpc>
                <a:spcPct val="90000"/>
              </a:lnSpc>
              <a:spcBef>
                <a:spcPts val="1000"/>
              </a:spcBef>
              <a:spcAft>
                <a:spcPts val="0"/>
              </a:spcAft>
              <a:buClr>
                <a:schemeClr val="lt2"/>
              </a:buClr>
              <a:buSzPts val="1800"/>
              <a:buNone/>
            </a:pPr>
            <a:endParaRPr sz="1900" b="1" dirty="0">
              <a:latin typeface="Calibri" panose="020F0502020204030204" pitchFamily="34" charset="0"/>
              <a:ea typeface="Franklin Gothic"/>
              <a:cs typeface="Calibri" panose="020F0502020204030204" pitchFamily="34" charset="0"/>
              <a:sym typeface="Franklin Gothic"/>
            </a:endParaRPr>
          </a:p>
          <a:p>
            <a:pPr marL="0" lvl="0" indent="0"/>
            <a:endParaRPr lang="en-US" sz="1900" b="1" dirty="0">
              <a:latin typeface="Calibri" panose="020F0502020204030204" pitchFamily="34" charset="0"/>
              <a:ea typeface="Franklin Gothic"/>
              <a:cs typeface="Calibri" panose="020F0502020204030204" pitchFamily="34" charset="0"/>
              <a:sym typeface="Franklin Gothic"/>
            </a:endParaRPr>
          </a:p>
          <a:p>
            <a:pPr marL="0" lvl="0" indent="0"/>
            <a:r>
              <a:rPr lang="en-US" sz="1900" b="1" dirty="0" smtClean="0">
                <a:latin typeface="Calibri" panose="020F0502020204030204" pitchFamily="34" charset="0"/>
                <a:ea typeface="Franklin Gothic"/>
                <a:cs typeface="Calibri" panose="020F0502020204030204" pitchFamily="34" charset="0"/>
                <a:sym typeface="Franklin Gothic"/>
              </a:rPr>
              <a:t>   </a:t>
            </a:r>
            <a:r>
              <a:rPr lang="en-US" dirty="0">
                <a:sym typeface="Franklin Gothic"/>
              </a:rPr>
              <a:t>Theme Name: </a:t>
            </a:r>
            <a:r>
              <a:rPr lang="en-US" dirty="0"/>
              <a:t>Edtech Domain</a:t>
            </a:r>
            <a:endParaRPr dirty="0">
              <a:sym typeface="Franklin Gothic"/>
            </a:endParaRPr>
          </a:p>
          <a:p>
            <a:pPr marL="0" lvl="0" indent="0" algn="l" rtl="0">
              <a:lnSpc>
                <a:spcPct val="90000"/>
              </a:lnSpc>
              <a:spcBef>
                <a:spcPts val="1000"/>
              </a:spcBef>
              <a:spcAft>
                <a:spcPts val="0"/>
              </a:spcAft>
              <a:buClr>
                <a:schemeClr val="lt2"/>
              </a:buClr>
              <a:buSzPts val="1800"/>
              <a:buNone/>
            </a:pPr>
            <a:endParaRPr sz="2100" b="1" dirty="0">
              <a:latin typeface="Calibri" panose="020F0502020204030204" pitchFamily="34" charset="0"/>
              <a:ea typeface="Franklin Gothic"/>
              <a:cs typeface="Calibri" panose="020F0502020204030204" pitchFamily="34" charset="0"/>
              <a:sym typeface="Franklin Gothic"/>
            </a:endParaRPr>
          </a:p>
        </p:txBody>
      </p:sp>
      <p:pic>
        <p:nvPicPr>
          <p:cNvPr id="2518" name="Google Shape;2518;g1fd5d481548_2_197"/>
          <p:cNvPicPr preferRelativeResize="0"/>
          <p:nvPr/>
        </p:nvPicPr>
        <p:blipFill>
          <a:blip r:embed="rId3">
            <a:alphaModFix/>
          </a:blip>
          <a:stretch>
            <a:fillRect/>
          </a:stretch>
        </p:blipFill>
        <p:spPr>
          <a:xfrm>
            <a:off x="10159325" y="14633"/>
            <a:ext cx="1878651" cy="1542175"/>
          </a:xfrm>
          <a:prstGeom prst="rect">
            <a:avLst/>
          </a:prstGeom>
          <a:noFill/>
          <a:ln>
            <a:noFill/>
          </a:ln>
        </p:spPr>
      </p:pic>
      <p:sp>
        <p:nvSpPr>
          <p:cNvPr id="2519" name="Google Shape;2519;g1fd5d481548_2_197"/>
          <p:cNvSpPr txBox="1"/>
          <p:nvPr/>
        </p:nvSpPr>
        <p:spPr>
          <a:xfrm>
            <a:off x="3099700" y="144725"/>
            <a:ext cx="7187100" cy="627064"/>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sz="2500" b="1">
                <a:solidFill>
                  <a:schemeClr val="dk1"/>
                </a:solidFill>
                <a:latin typeface="Calibri" panose="020F0502020204030204" pitchFamily="34" charset="0"/>
                <a:ea typeface="Inter"/>
                <a:cs typeface="Calibri" panose="020F0502020204030204" pitchFamily="34" charset="0"/>
                <a:sym typeface="Inter"/>
              </a:rPr>
              <a:t>Codictive 1.0 State-Level Hackathon</a:t>
            </a:r>
            <a:endParaRPr sz="2500" b="1">
              <a:solidFill>
                <a:schemeClr val="dk1"/>
              </a:solidFill>
              <a:latin typeface="Calibri" panose="020F0502020204030204" pitchFamily="34" charset="0"/>
              <a:ea typeface="Inter"/>
              <a:cs typeface="Calibri" panose="020F0502020204030204" pitchFamily="34" charset="0"/>
              <a:sym typeface="Inter"/>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7008" y="0"/>
            <a:ext cx="1671732" cy="1811043"/>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23"/>
        <p:cNvGrpSpPr/>
        <p:nvPr/>
      </p:nvGrpSpPr>
      <p:grpSpPr>
        <a:xfrm>
          <a:off x="0" y="0"/>
          <a:ext cx="0" cy="0"/>
          <a:chOff x="0" y="0"/>
          <a:chExt cx="0" cy="0"/>
        </a:xfrm>
      </p:grpSpPr>
      <p:sp>
        <p:nvSpPr>
          <p:cNvPr id="2524" name="Google Shape;2524;g1fd5d481548_2_204"/>
          <p:cNvSpPr txBox="1">
            <a:spLocks noGrp="1"/>
          </p:cNvSpPr>
          <p:nvPr>
            <p:ph type="title"/>
          </p:nvPr>
        </p:nvSpPr>
        <p:spPr>
          <a:xfrm>
            <a:off x="964023" y="1072246"/>
            <a:ext cx="5534431" cy="610863"/>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dk1"/>
              </a:buClr>
              <a:buSzPts val="4400"/>
              <a:buFont typeface="Franklin Gothic"/>
              <a:buNone/>
            </a:pPr>
            <a:r>
              <a:rPr lang="en-US" dirty="0" smtClean="0">
                <a:solidFill>
                  <a:srgbClr val="4495A2"/>
                </a:solidFill>
                <a:latin typeface="Calibri" panose="020F0502020204030204" pitchFamily="34" charset="0"/>
                <a:cs typeface="Calibri" panose="020F0502020204030204" pitchFamily="34" charset="0"/>
              </a:rPr>
              <a:t>Approach </a:t>
            </a:r>
            <a:r>
              <a:rPr lang="en-US" dirty="0">
                <a:solidFill>
                  <a:srgbClr val="4495A2"/>
                </a:solidFill>
                <a:latin typeface="Calibri" panose="020F0502020204030204" pitchFamily="34" charset="0"/>
                <a:cs typeface="Calibri" panose="020F0502020204030204" pitchFamily="34" charset="0"/>
              </a:rPr>
              <a:t>Details</a:t>
            </a:r>
            <a:endParaRPr dirty="0">
              <a:solidFill>
                <a:srgbClr val="4495A2"/>
              </a:solidFill>
              <a:latin typeface="Calibri" panose="020F0502020204030204" pitchFamily="34" charset="0"/>
              <a:cs typeface="Calibri" panose="020F0502020204030204" pitchFamily="34" charset="0"/>
            </a:endParaRPr>
          </a:p>
        </p:txBody>
      </p:sp>
      <p:sp>
        <p:nvSpPr>
          <p:cNvPr id="2" name="TextBox 1"/>
          <p:cNvSpPr txBox="1"/>
          <p:nvPr/>
        </p:nvSpPr>
        <p:spPr>
          <a:xfrm>
            <a:off x="964023" y="2240924"/>
            <a:ext cx="10948935" cy="3416320"/>
          </a:xfrm>
          <a:prstGeom prst="rect">
            <a:avLst/>
          </a:prstGeom>
          <a:noFill/>
        </p:spPr>
        <p:txBody>
          <a:bodyPr wrap="square" rtlCol="0">
            <a:spAutoFit/>
          </a:bodyPr>
          <a:lstStyle/>
          <a:p>
            <a:pPr marL="457200" indent="-457200">
              <a:buFont typeface="+mj-lt"/>
              <a:buAutoNum type="arabicPeriod"/>
            </a:pPr>
            <a:r>
              <a:rPr lang="en-US" sz="2400" b="1" dirty="0" smtClean="0">
                <a:latin typeface="Calibri" panose="020F0502020204030204" pitchFamily="34" charset="0"/>
                <a:cs typeface="Calibri" panose="020F0502020204030204" pitchFamily="34" charset="0"/>
              </a:rPr>
              <a:t>The step </a:t>
            </a:r>
            <a:r>
              <a:rPr lang="en-US" sz="2400" b="1" dirty="0">
                <a:latin typeface="Calibri" panose="020F0502020204030204" pitchFamily="34" charset="0"/>
                <a:cs typeface="Calibri" panose="020F0502020204030204" pitchFamily="34" charset="0"/>
              </a:rPr>
              <a:t>is to ensure that the certificates being presented are genuine. This can be done by verifying the certificate issuer, checking the certificate's unique identifier or serial number, and cross-checking the certificate against a database of valid certificates</a:t>
            </a:r>
            <a:r>
              <a:rPr lang="en-US" sz="2400" b="1" dirty="0" smtClean="0">
                <a:latin typeface="Calibri" panose="020F0502020204030204" pitchFamily="34" charset="0"/>
                <a:cs typeface="Calibri" panose="020F0502020204030204" pitchFamily="34" charset="0"/>
              </a:rPr>
              <a:t>.(</a:t>
            </a:r>
            <a:r>
              <a:rPr lang="en-US" sz="2400" b="1" dirty="0" smtClean="0">
                <a:solidFill>
                  <a:srgbClr val="4495A2"/>
                </a:solidFill>
                <a:latin typeface="Calibri" panose="020F0502020204030204" pitchFamily="34" charset="0"/>
                <a:cs typeface="Calibri" panose="020F0502020204030204" pitchFamily="34" charset="0"/>
                <a:hlinkClick r:id="rId3" action="ppaction://hlinksldjump"/>
              </a:rPr>
              <a:t>layer 1</a:t>
            </a:r>
            <a:r>
              <a:rPr lang="en-US" sz="2400" b="1" dirty="0" smtClean="0">
                <a:latin typeface="Calibri" panose="020F0502020204030204" pitchFamily="34" charset="0"/>
                <a:cs typeface="Calibri" panose="020F0502020204030204" pitchFamily="34" charset="0"/>
              </a:rPr>
              <a:t>)</a:t>
            </a:r>
            <a:endParaRPr lang="en-US" sz="2400" b="1" dirty="0" smtClean="0">
              <a:latin typeface="Calibri" panose="020F0502020204030204" pitchFamily="34" charset="0"/>
              <a:cs typeface="Calibri" panose="020F0502020204030204" pitchFamily="34" charset="0"/>
            </a:endParaRPr>
          </a:p>
          <a:p>
            <a:pPr marL="457200" indent="-457200">
              <a:buFont typeface="+mj-lt"/>
              <a:buAutoNum type="arabicPeriod"/>
            </a:pPr>
            <a:endParaRPr lang="en-US" sz="2400" b="1" dirty="0">
              <a:latin typeface="Calibri" panose="020F0502020204030204" pitchFamily="34" charset="0"/>
              <a:cs typeface="Calibri" panose="020F0502020204030204" pitchFamily="34" charset="0"/>
            </a:endParaRPr>
          </a:p>
          <a:p>
            <a:pPr marL="457200" indent="-457200">
              <a:buFont typeface="+mj-lt"/>
              <a:buAutoNum type="arabicPeriod"/>
            </a:pPr>
            <a:r>
              <a:rPr lang="en-US" sz="2400" b="1" dirty="0" smtClean="0">
                <a:latin typeface="Calibri" panose="020F0502020204030204" pitchFamily="34" charset="0"/>
                <a:cs typeface="Calibri" panose="020F0502020204030204" pitchFamily="34" charset="0"/>
              </a:rPr>
              <a:t>Block chain </a:t>
            </a:r>
            <a:r>
              <a:rPr lang="en-US" sz="2400" b="1" dirty="0">
                <a:latin typeface="Calibri" panose="020F0502020204030204" pitchFamily="34" charset="0"/>
                <a:cs typeface="Calibri" panose="020F0502020204030204" pitchFamily="34" charset="0"/>
              </a:rPr>
              <a:t>technology can be used to create a tamper-proof system of storing and verifying certificates. This can help prevent the creation of fake certificates or the alteration of genuine ones</a:t>
            </a:r>
            <a:r>
              <a:rPr lang="en-US" sz="2400" b="1" dirty="0" smtClean="0">
                <a:latin typeface="Calibri" panose="020F0502020204030204" pitchFamily="34" charset="0"/>
                <a:cs typeface="Calibri" panose="020F0502020204030204" pitchFamily="34" charset="0"/>
              </a:rPr>
              <a:t>.(</a:t>
            </a:r>
            <a:r>
              <a:rPr lang="en-US" sz="2400" b="1" dirty="0" smtClean="0">
                <a:latin typeface="Calibri" panose="020F0502020204030204" pitchFamily="34" charset="0"/>
                <a:cs typeface="Calibri" panose="020F0502020204030204" pitchFamily="34" charset="0"/>
                <a:hlinkClick r:id="rId4" action="ppaction://hlinksldjump"/>
              </a:rPr>
              <a:t>layer 2</a:t>
            </a:r>
            <a:r>
              <a:rPr lang="en-US" sz="2400" b="1" dirty="0" smtClean="0">
                <a:latin typeface="Calibri" panose="020F0502020204030204" pitchFamily="34" charset="0"/>
                <a:cs typeface="Calibri" panose="020F0502020204030204" pitchFamily="34" charset="0"/>
              </a:rPr>
              <a:t>)</a:t>
            </a:r>
            <a:endParaRPr lang="en-US" sz="2400" b="1" dirty="0">
              <a:latin typeface="Calibri" panose="020F0502020204030204" pitchFamily="34" charset="0"/>
              <a:cs typeface="Calibri" panose="020F0502020204030204" pitchFamily="34" charset="0"/>
            </a:endParaRPr>
          </a:p>
          <a:p>
            <a:pPr marL="457200" indent="-457200">
              <a:buFont typeface="+mj-lt"/>
              <a:buAutoNum type="arabicPeriod"/>
            </a:pPr>
            <a:endParaRPr lang="en-US" sz="2400" b="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8609" y="739914"/>
            <a:ext cx="9128791" cy="6118086"/>
          </a:xfrm>
          <a:prstGeom prst="rect">
            <a:avLst/>
          </a:prstGeom>
        </p:spPr>
      </p:pic>
      <p:sp>
        <p:nvSpPr>
          <p:cNvPr id="5" name="TextBox 4"/>
          <p:cNvSpPr txBox="1"/>
          <p:nvPr/>
        </p:nvSpPr>
        <p:spPr>
          <a:xfrm>
            <a:off x="419100" y="677676"/>
            <a:ext cx="9474200" cy="646331"/>
          </a:xfrm>
          <a:prstGeom prst="rect">
            <a:avLst/>
          </a:prstGeom>
          <a:noFill/>
        </p:spPr>
        <p:txBody>
          <a:bodyPr wrap="square" rtlCol="0">
            <a:spAutoFit/>
          </a:bodyPr>
          <a:lstStyle/>
          <a:p>
            <a:r>
              <a:rPr lang="en-US" sz="3600" b="1" u="sng" dirty="0" smtClean="0">
                <a:solidFill>
                  <a:srgbClr val="4495A2"/>
                </a:solidFill>
                <a:latin typeface="Calibri" panose="020F0502020204030204" pitchFamily="34" charset="0"/>
                <a:cs typeface="Calibri" panose="020F0502020204030204" pitchFamily="34" charset="0"/>
              </a:rPr>
              <a:t>Layer 1(Client </a:t>
            </a:r>
            <a:r>
              <a:rPr lang="en-US" sz="3600" b="1" u="sng" dirty="0">
                <a:solidFill>
                  <a:srgbClr val="4495A2"/>
                </a:solidFill>
                <a:latin typeface="Calibri" panose="020F0502020204030204" pitchFamily="34" charset="0"/>
                <a:cs typeface="Calibri" panose="020F0502020204030204" pitchFamily="34" charset="0"/>
              </a:rPr>
              <a:t>side application)</a:t>
            </a:r>
          </a:p>
        </p:txBody>
      </p:sp>
      <p:sp>
        <p:nvSpPr>
          <p:cNvPr id="6" name="TextBox 5"/>
          <p:cNvSpPr txBox="1"/>
          <p:nvPr/>
        </p:nvSpPr>
        <p:spPr>
          <a:xfrm>
            <a:off x="10350500" y="2171743"/>
            <a:ext cx="1371600" cy="461665"/>
          </a:xfrm>
          <a:prstGeom prst="rect">
            <a:avLst/>
          </a:prstGeom>
          <a:noFill/>
        </p:spPr>
        <p:txBody>
          <a:bodyPr wrap="square" rtlCol="0">
            <a:spAutoFit/>
          </a:bodyPr>
          <a:lstStyle/>
          <a:p>
            <a:r>
              <a:rPr lang="en-US" sz="1200" b="1" dirty="0" smtClean="0">
                <a:latin typeface="Calibri" panose="020F0502020204030204" pitchFamily="34" charset="0"/>
                <a:cs typeface="Calibri" panose="020F0502020204030204" pitchFamily="34" charset="0"/>
              </a:rPr>
              <a:t>Issuing authority generated Qr code</a:t>
            </a:r>
            <a:endParaRPr lang="en-US" sz="1200" b="1" dirty="0">
              <a:latin typeface="Calibri" panose="020F0502020204030204" pitchFamily="34" charset="0"/>
              <a:cs typeface="Calibri" panose="020F0502020204030204" pitchFamily="34" charset="0"/>
            </a:endParaRPr>
          </a:p>
        </p:txBody>
      </p:sp>
      <p:sp>
        <p:nvSpPr>
          <p:cNvPr id="7" name="TextBox 6"/>
          <p:cNvSpPr txBox="1"/>
          <p:nvPr/>
        </p:nvSpPr>
        <p:spPr>
          <a:xfrm>
            <a:off x="8890000" y="5376500"/>
            <a:ext cx="2997200" cy="584775"/>
          </a:xfrm>
          <a:prstGeom prst="rect">
            <a:avLst/>
          </a:prstGeom>
          <a:noFill/>
        </p:spPr>
        <p:txBody>
          <a:bodyPr wrap="square" rtlCol="0">
            <a:spAutoFit/>
          </a:bodyPr>
          <a:lstStyle/>
          <a:p>
            <a:r>
              <a:rPr lang="en-US" sz="1600" b="1" dirty="0" smtClean="0">
                <a:latin typeface="Calibri" panose="020F0502020204030204" pitchFamily="34" charset="0"/>
                <a:cs typeface="Calibri" panose="020F0502020204030204" pitchFamily="34" charset="0"/>
              </a:rPr>
              <a:t>Issued UID (Unique </a:t>
            </a:r>
            <a:r>
              <a:rPr lang="en-US" sz="1600" b="1" dirty="0">
                <a:latin typeface="Calibri" panose="020F0502020204030204" pitchFamily="34" charset="0"/>
                <a:cs typeface="Calibri" panose="020F0502020204030204" pitchFamily="34" charset="0"/>
              </a:rPr>
              <a:t>Identification </a:t>
            </a:r>
            <a:r>
              <a:rPr lang="en-US" sz="1600" b="1" dirty="0" smtClean="0">
                <a:latin typeface="Calibri" panose="020F0502020204030204" pitchFamily="34" charset="0"/>
                <a:cs typeface="Calibri" panose="020F0502020204030204" pitchFamily="34" charset="0"/>
              </a:rPr>
              <a:t>numbers)by </a:t>
            </a:r>
            <a:r>
              <a:rPr lang="en-US" sz="1600" b="1" dirty="0">
                <a:latin typeface="Calibri" panose="020F0502020204030204" pitchFamily="34" charset="0"/>
                <a:cs typeface="Calibri" panose="020F0502020204030204" pitchFamily="34" charset="0"/>
              </a:rPr>
              <a:t>authority</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204" y="1804047"/>
            <a:ext cx="2907634" cy="4528173"/>
          </a:xfrm>
          <a:prstGeom prst="rect">
            <a:avLst/>
          </a:prstGeom>
        </p:spPr>
      </p:pic>
      <p:cxnSp>
        <p:nvCxnSpPr>
          <p:cNvPr id="10" name="Straight Arrow Connector 9"/>
          <p:cNvCxnSpPr/>
          <p:nvPr/>
        </p:nvCxnSpPr>
        <p:spPr>
          <a:xfrm>
            <a:off x="2228850" y="3798957"/>
            <a:ext cx="10033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2" name="TextBox 61"/>
          <p:cNvSpPr txBox="1"/>
          <p:nvPr/>
        </p:nvSpPr>
        <p:spPr>
          <a:xfrm>
            <a:off x="701533" y="6075243"/>
            <a:ext cx="981359" cy="307777"/>
          </a:xfrm>
          <a:prstGeom prst="rect">
            <a:avLst/>
          </a:prstGeom>
          <a:noFill/>
        </p:spPr>
        <p:txBody>
          <a:bodyPr wrap="none" rtlCol="0">
            <a:spAutoFit/>
          </a:bodyPr>
          <a:lstStyle/>
          <a:p>
            <a:r>
              <a:rPr lang="en-US" b="1" dirty="0" smtClean="0"/>
              <a:t>User App</a:t>
            </a:r>
            <a:endParaRPr lang="en-US" b="1" dirty="0"/>
          </a:p>
        </p:txBody>
      </p:sp>
      <p:sp>
        <p:nvSpPr>
          <p:cNvPr id="63" name="TextBox 62"/>
          <p:cNvSpPr txBox="1"/>
          <p:nvPr/>
        </p:nvSpPr>
        <p:spPr>
          <a:xfrm>
            <a:off x="5417984" y="5514998"/>
            <a:ext cx="1109599" cy="307777"/>
          </a:xfrm>
          <a:prstGeom prst="rect">
            <a:avLst/>
          </a:prstGeom>
          <a:noFill/>
        </p:spPr>
        <p:txBody>
          <a:bodyPr wrap="none" rtlCol="0">
            <a:spAutoFit/>
          </a:bodyPr>
          <a:lstStyle/>
          <a:p>
            <a:r>
              <a:rPr lang="en-US" b="1" dirty="0"/>
              <a:t>C</a:t>
            </a:r>
            <a:r>
              <a:rPr lang="en-US" b="1" dirty="0" smtClean="0"/>
              <a:t>ertificate </a:t>
            </a:r>
            <a:endParaRPr lang="en-US" b="1" dirty="0"/>
          </a:p>
        </p:txBody>
      </p:sp>
    </p:spTree>
    <p:extLst>
      <p:ext uri="{BB962C8B-B14F-4D97-AF65-F5344CB8AC3E}">
        <p14:creationId xmlns:p14="http://schemas.microsoft.com/office/powerpoint/2010/main" val="10278840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863600" y="1148258"/>
            <a:ext cx="6451600" cy="646331"/>
          </a:xfrm>
          <a:prstGeom prst="rect">
            <a:avLst/>
          </a:prstGeom>
          <a:noFill/>
        </p:spPr>
        <p:txBody>
          <a:bodyPr wrap="square" rtlCol="0">
            <a:spAutoFit/>
          </a:bodyPr>
          <a:lstStyle/>
          <a:p>
            <a:r>
              <a:rPr lang="en-US" sz="3600" b="1" dirty="0" smtClean="0">
                <a:solidFill>
                  <a:srgbClr val="4495A2"/>
                </a:solidFill>
                <a:latin typeface="Calibri" panose="020F0502020204030204" pitchFamily="34" charset="0"/>
                <a:cs typeface="Calibri" panose="020F0502020204030204" pitchFamily="34" charset="0"/>
              </a:rPr>
              <a:t>Layer </a:t>
            </a:r>
            <a:r>
              <a:rPr lang="en-US" sz="3600" b="1" dirty="0">
                <a:solidFill>
                  <a:srgbClr val="4495A2"/>
                </a:solidFill>
                <a:latin typeface="Calibri" panose="020F0502020204030204" pitchFamily="34" charset="0"/>
                <a:cs typeface="Calibri" panose="020F0502020204030204" pitchFamily="34" charset="0"/>
              </a:rPr>
              <a:t>2 </a:t>
            </a:r>
            <a:r>
              <a:rPr lang="en-US" sz="3600" b="1" dirty="0" smtClean="0">
                <a:solidFill>
                  <a:srgbClr val="4495A2"/>
                </a:solidFill>
                <a:latin typeface="Calibri" panose="020F0502020204030204" pitchFamily="34" charset="0"/>
                <a:cs typeface="Calibri" panose="020F0502020204030204" pitchFamily="34" charset="0"/>
              </a:rPr>
              <a:t>(Decentralized Database)</a:t>
            </a:r>
            <a:endParaRPr lang="en-US" sz="3600" b="1" dirty="0">
              <a:solidFill>
                <a:srgbClr val="4495A2"/>
              </a:solidFill>
              <a:latin typeface="Calibri" panose="020F0502020204030204" pitchFamily="34" charset="0"/>
              <a:cs typeface="Calibri" panose="020F0502020204030204" pitchFamily="34" charset="0"/>
            </a:endParaRPr>
          </a:p>
        </p:txBody>
      </p:sp>
      <p:sp>
        <p:nvSpPr>
          <p:cNvPr id="15" name="TextBox 14"/>
          <p:cNvSpPr txBox="1"/>
          <p:nvPr/>
        </p:nvSpPr>
        <p:spPr>
          <a:xfrm>
            <a:off x="660400" y="2552700"/>
            <a:ext cx="10198100" cy="3477875"/>
          </a:xfrm>
          <a:prstGeom prst="rect">
            <a:avLst/>
          </a:prstGeom>
          <a:noFill/>
        </p:spPr>
        <p:txBody>
          <a:bodyPr wrap="square" rtlCol="0">
            <a:spAutoFit/>
          </a:bodyPr>
          <a:lstStyle/>
          <a:p>
            <a:pPr marL="342900" indent="-342900">
              <a:buFont typeface="Arial" panose="020B0604020202020204" pitchFamily="34" charset="0"/>
              <a:buChar char="•"/>
            </a:pPr>
            <a:r>
              <a:rPr lang="en-US" sz="2000" b="1" dirty="0">
                <a:latin typeface="Calibri" panose="020F0502020204030204" pitchFamily="34" charset="0"/>
                <a:cs typeface="Calibri" panose="020F0502020204030204" pitchFamily="34" charset="0"/>
              </a:rPr>
              <a:t>Issuance of Certificates: Certificates can be issued digitally by institutions and </a:t>
            </a:r>
            <a:r>
              <a:rPr lang="en-US" sz="2000" b="1" dirty="0" smtClean="0">
                <a:latin typeface="Calibri" panose="020F0502020204030204" pitchFamily="34" charset="0"/>
                <a:cs typeface="Calibri" panose="020F0502020204030204" pitchFamily="34" charset="0"/>
              </a:rPr>
              <a:t>organizations </a:t>
            </a:r>
            <a:r>
              <a:rPr lang="en-US" sz="2000" b="1" dirty="0">
                <a:latin typeface="Calibri" panose="020F0502020204030204" pitchFamily="34" charset="0"/>
                <a:cs typeface="Calibri" panose="020F0502020204030204" pitchFamily="34" charset="0"/>
              </a:rPr>
              <a:t>on the blockchain. This would involve creating a digital certificate in a format that is compatible with the blockchain technology, and then uploading it onto the blockchain. Once uploaded, the certificate is given a unique identifier, also known as a hash, which is stored on the blockchain</a:t>
            </a:r>
            <a:r>
              <a:rPr lang="en-US" sz="2000" b="1" dirty="0" smtClean="0">
                <a:latin typeface="Calibri" panose="020F0502020204030204" pitchFamily="34" charset="0"/>
                <a:cs typeface="Calibri" panose="020F0502020204030204" pitchFamily="34" charset="0"/>
              </a:rPr>
              <a:t>.</a:t>
            </a:r>
          </a:p>
          <a:p>
            <a:pPr marL="342900" indent="-342900">
              <a:buFont typeface="Arial" panose="020B0604020202020204" pitchFamily="34" charset="0"/>
              <a:buChar char="•"/>
            </a:pPr>
            <a:endParaRPr lang="en-US" sz="2000" b="1"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b="1" dirty="0">
                <a:latin typeface="Calibri" panose="020F0502020204030204" pitchFamily="34" charset="0"/>
                <a:cs typeface="Calibri" panose="020F0502020204030204" pitchFamily="34" charset="0"/>
              </a:rPr>
              <a:t>Verification of Certificates: Verification of certificates can be done by anyone with access to the b</a:t>
            </a:r>
            <a:r>
              <a:rPr lang="en-US" sz="2000" b="1" dirty="0" smtClean="0">
                <a:latin typeface="Calibri" panose="020F0502020204030204" pitchFamily="34" charset="0"/>
                <a:cs typeface="Calibri" panose="020F0502020204030204" pitchFamily="34" charset="0"/>
              </a:rPr>
              <a:t>lockchain</a:t>
            </a:r>
            <a:r>
              <a:rPr lang="en-US" sz="2000" b="1" dirty="0">
                <a:latin typeface="Calibri" panose="020F0502020204030204" pitchFamily="34" charset="0"/>
                <a:cs typeface="Calibri" panose="020F0502020204030204" pitchFamily="34" charset="0"/>
              </a:rPr>
              <a:t>. To verify a certificate, one would simply need to input the unique identifier or hash of the certificate into the blockchain. The blockchain would then check whether the hash matches the one stored on the blockchain. If it does, then </a:t>
            </a:r>
            <a:r>
              <a:rPr lang="en-US" sz="2000" b="1" dirty="0" smtClean="0">
                <a:latin typeface="Calibri" panose="020F0502020204030204" pitchFamily="34" charset="0"/>
                <a:cs typeface="Calibri" panose="020F0502020204030204" pitchFamily="34" charset="0"/>
              </a:rPr>
              <a:t>the </a:t>
            </a:r>
            <a:r>
              <a:rPr lang="en-US" sz="1600" b="1" dirty="0" smtClean="0"/>
              <a:t>certificate </a:t>
            </a:r>
            <a:r>
              <a:rPr lang="en-US" sz="1600" b="1" dirty="0"/>
              <a:t>is considered valid and tamper-proof.</a:t>
            </a:r>
            <a:r>
              <a:rPr lang="en-US" sz="1600" b="1" dirty="0" smtClean="0">
                <a:latin typeface="Calibri" panose="020F0502020204030204" pitchFamily="34" charset="0"/>
                <a:cs typeface="Calibri" panose="020F0502020204030204" pitchFamily="34" charset="0"/>
              </a:rPr>
              <a:t> </a:t>
            </a:r>
            <a:endParaRPr lang="en-US" sz="16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391536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2"/>
          <a:stretch>
            <a:fillRect/>
          </a:stretch>
        </p:blipFill>
        <p:spPr>
          <a:xfrm>
            <a:off x="7731062" y="2313060"/>
            <a:ext cx="3384316" cy="3621382"/>
          </a:xfrm>
          <a:prstGeom prst="rect">
            <a:avLst/>
          </a:prstGeom>
        </p:spPr>
      </p:pic>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6942" y="2910164"/>
            <a:ext cx="1607287" cy="1607287"/>
          </a:xfrm>
          <a:prstGeom prst="rect">
            <a:avLst/>
          </a:prstGeom>
        </p:spPr>
      </p:pic>
      <p:cxnSp>
        <p:nvCxnSpPr>
          <p:cNvPr id="16" name="Straight Arrow Connector 15"/>
          <p:cNvCxnSpPr/>
          <p:nvPr/>
        </p:nvCxnSpPr>
        <p:spPr>
          <a:xfrm>
            <a:off x="6082829" y="3554116"/>
            <a:ext cx="119103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7209467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23"/>
        <p:cNvGrpSpPr/>
        <p:nvPr/>
      </p:nvGrpSpPr>
      <p:grpSpPr>
        <a:xfrm>
          <a:off x="0" y="0"/>
          <a:ext cx="0" cy="0"/>
          <a:chOff x="0" y="0"/>
          <a:chExt cx="0" cy="0"/>
        </a:xfrm>
      </p:grpSpPr>
      <p:sp>
        <p:nvSpPr>
          <p:cNvPr id="2527" name="Google Shape;2527;g1fd5d481548_2_204"/>
          <p:cNvSpPr>
            <a:spLocks noGrp="1"/>
          </p:cNvSpPr>
          <p:nvPr>
            <p:ph type="pic" idx="2"/>
          </p:nvPr>
        </p:nvSpPr>
        <p:spPr>
          <a:xfrm>
            <a:off x="964023" y="2099255"/>
            <a:ext cx="10279232" cy="4480615"/>
          </a:xfrm>
          <a:prstGeom prst="rect">
            <a:avLst/>
          </a:prstGeom>
          <a:noFill/>
          <a:ln>
            <a:noFill/>
          </a:ln>
        </p:spPr>
      </p:sp>
      <p:sp>
        <p:nvSpPr>
          <p:cNvPr id="2528" name="Google Shape;2528;g1fd5d481548_2_204"/>
          <p:cNvSpPr txBox="1"/>
          <p:nvPr/>
        </p:nvSpPr>
        <p:spPr>
          <a:xfrm>
            <a:off x="3731238" y="5447526"/>
            <a:ext cx="5140307"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lt2"/>
                </a:solidFill>
                <a:latin typeface="Calibri" panose="020F0502020204030204" pitchFamily="34" charset="0"/>
                <a:ea typeface="Franklin Gothic"/>
                <a:cs typeface="Calibri" panose="020F0502020204030204" pitchFamily="34" charset="0"/>
                <a:sym typeface="Franklin Gothic"/>
              </a:rPr>
              <a:t>Add process flow chart or simulated image of prototype or any relevant image related to your idea</a:t>
            </a:r>
            <a:endParaRPr sz="1400" b="0" i="0" u="none" strike="noStrike" cap="none" dirty="0">
              <a:solidFill>
                <a:srgbClr val="000000"/>
              </a:solidFill>
              <a:latin typeface="Calibri" panose="020F0502020204030204" pitchFamily="34" charset="0"/>
              <a:cs typeface="Calibri" panose="020F0502020204030204" pitchFamily="34" charset="0"/>
              <a:sym typeface="Arial"/>
            </a:endParaRPr>
          </a:p>
        </p:txBody>
      </p:sp>
      <p:sp>
        <p:nvSpPr>
          <p:cNvPr id="2" name="Title 1"/>
          <p:cNvSpPr>
            <a:spLocks noGrp="1"/>
          </p:cNvSpPr>
          <p:nvPr>
            <p:ph type="title"/>
          </p:nvPr>
        </p:nvSpPr>
        <p:spPr/>
        <p:txBody>
          <a:bodyPr/>
          <a:lstStyle/>
          <a:p>
            <a:endParaRPr lang="en-US" dirty="0"/>
          </a:p>
        </p:txBody>
      </p:sp>
    </p:spTree>
    <p:extLst>
      <p:ext uri="{BB962C8B-B14F-4D97-AF65-F5344CB8AC3E}">
        <p14:creationId xmlns:p14="http://schemas.microsoft.com/office/powerpoint/2010/main" val="19394824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23"/>
        <p:cNvGrpSpPr/>
        <p:nvPr/>
      </p:nvGrpSpPr>
      <p:grpSpPr>
        <a:xfrm>
          <a:off x="0" y="0"/>
          <a:ext cx="0" cy="0"/>
          <a:chOff x="0" y="0"/>
          <a:chExt cx="0" cy="0"/>
        </a:xfrm>
      </p:grpSpPr>
      <p:sp>
        <p:nvSpPr>
          <p:cNvPr id="2524" name="Google Shape;2524;g1fd5d481548_2_204"/>
          <p:cNvSpPr txBox="1">
            <a:spLocks noGrp="1"/>
          </p:cNvSpPr>
          <p:nvPr>
            <p:ph type="title"/>
          </p:nvPr>
        </p:nvSpPr>
        <p:spPr>
          <a:xfrm>
            <a:off x="964023" y="879063"/>
            <a:ext cx="5534431" cy="610863"/>
          </a:xfrm>
          <a:prstGeom prst="rect">
            <a:avLst/>
          </a:prstGeom>
          <a:noFill/>
          <a:ln>
            <a:noFill/>
          </a:ln>
        </p:spPr>
        <p:txBody>
          <a:bodyPr spcFirstLastPara="1" wrap="square" lIns="0" tIns="0" rIns="0" bIns="0" anchor="b" anchorCtr="0">
            <a:normAutofit/>
          </a:bodyPr>
          <a:lstStyle/>
          <a:p>
            <a:pPr lvl="0"/>
            <a:r>
              <a:rPr lang="en-US" dirty="0" smtClean="0">
                <a:solidFill>
                  <a:srgbClr val="4495A2"/>
                </a:solidFill>
                <a:latin typeface="Bahnschrift SemiCondensed" panose="020B0502040204020203" pitchFamily="34" charset="0"/>
                <a:cs typeface="Calibri" panose="020F0502020204030204" pitchFamily="34" charset="0"/>
              </a:rPr>
              <a:t>Technological </a:t>
            </a:r>
            <a:r>
              <a:rPr lang="en-US" dirty="0">
                <a:solidFill>
                  <a:srgbClr val="4495A2"/>
                </a:solidFill>
                <a:latin typeface="Bahnschrift SemiCondensed" panose="020B0502040204020203" pitchFamily="34" charset="0"/>
                <a:cs typeface="Calibri" panose="020F0502020204030204" pitchFamily="34" charset="0"/>
              </a:rPr>
              <a:t>stack</a:t>
            </a:r>
            <a:endParaRPr dirty="0">
              <a:solidFill>
                <a:srgbClr val="4495A2"/>
              </a:solidFill>
              <a:latin typeface="Bahnschrift SemiCondensed" panose="020B0502040204020203" pitchFamily="34" charset="0"/>
              <a:cs typeface="Calibri" panose="020F0502020204030204" pitchFamily="34" charset="0"/>
            </a:endParaRPr>
          </a:p>
        </p:txBody>
      </p:sp>
      <p:sp>
        <p:nvSpPr>
          <p:cNvPr id="2526" name="Google Shape;2526;g1fd5d481548_2_204"/>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fld id="{00000000-1234-1234-1234-123412341234}" type="slidenum">
              <a:rPr lang="en-US">
                <a:latin typeface="Calibri" panose="020F0502020204030204" pitchFamily="34" charset="0"/>
                <a:cs typeface="Calibri" panose="020F0502020204030204" pitchFamily="34" charset="0"/>
              </a:rPr>
              <a:t>7</a:t>
            </a:fld>
            <a:endParaRPr>
              <a:latin typeface="Calibri" panose="020F0502020204030204" pitchFamily="34" charset="0"/>
              <a:cs typeface="Calibri" panose="020F0502020204030204" pitchFamily="34" charset="0"/>
            </a:endParaRPr>
          </a:p>
        </p:txBody>
      </p:sp>
      <p:sp>
        <p:nvSpPr>
          <p:cNvPr id="2529" name="Google Shape;2529;g1fd5d481548_2_204"/>
          <p:cNvSpPr txBox="1"/>
          <p:nvPr/>
        </p:nvSpPr>
        <p:spPr>
          <a:xfrm>
            <a:off x="964023" y="2215380"/>
            <a:ext cx="3466309" cy="3013444"/>
          </a:xfrm>
          <a:prstGeom prst="rect">
            <a:avLst/>
          </a:prstGeom>
          <a:ln>
            <a:noFill/>
            <a:headEnd type="none" w="sm" len="sm"/>
            <a:tailEnd type="none" w="sm" len="sm"/>
          </a:ln>
        </p:spPr>
        <p:style>
          <a:lnRef idx="2">
            <a:schemeClr val="dk1"/>
          </a:lnRef>
          <a:fillRef idx="1">
            <a:schemeClr val="lt1"/>
          </a:fillRef>
          <a:effectRef idx="0">
            <a:schemeClr val="dk1"/>
          </a:effectRef>
          <a:fontRef idx="minor">
            <a:schemeClr val="dk1"/>
          </a:fontRef>
        </p:style>
        <p:txBody>
          <a:bodyPr spcFirstLastPara="1" wrap="square" lIns="0" tIns="0" rIns="0" bIns="0" anchor="t" anchorCtr="0">
            <a:noAutofit/>
          </a:bodyPr>
          <a:lstStyle/>
          <a:p>
            <a:r>
              <a:rPr lang="en-US" sz="2400" b="1" dirty="0">
                <a:solidFill>
                  <a:srgbClr val="AD5F86"/>
                </a:solidFill>
                <a:latin typeface="Calibri" panose="020F0502020204030204" pitchFamily="34" charset="0"/>
                <a:cs typeface="Calibri" panose="020F0502020204030204" pitchFamily="34" charset="0"/>
              </a:rPr>
              <a:t>Front-end Technologies</a:t>
            </a:r>
            <a:r>
              <a:rPr lang="en-US" sz="2400" b="1" dirty="0" smtClean="0">
                <a:solidFill>
                  <a:srgbClr val="AD5F86"/>
                </a:solidFill>
                <a:latin typeface="Calibri" panose="020F0502020204030204" pitchFamily="34" charset="0"/>
                <a:cs typeface="Calibri" panose="020F0502020204030204" pitchFamily="34" charset="0"/>
              </a:rPr>
              <a:t>:</a:t>
            </a:r>
          </a:p>
          <a:p>
            <a:endParaRPr lang="en-US" sz="1800" b="1" dirty="0">
              <a:latin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1800" b="1" dirty="0">
                <a:latin typeface="Calibri" panose="020F0502020204030204" pitchFamily="34" charset="0"/>
                <a:cs typeface="Calibri" panose="020F0502020204030204" pitchFamily="34" charset="0"/>
              </a:rPr>
              <a:t>Java or Kotlin: These are the core programming languages used to build the user interface and application logic</a:t>
            </a:r>
            <a:r>
              <a:rPr lang="en-US" sz="1800" b="1" dirty="0" smtClean="0">
                <a:latin typeface="Calibri" panose="020F0502020204030204" pitchFamily="34" charset="0"/>
                <a:cs typeface="Calibri" panose="020F0502020204030204" pitchFamily="34" charset="0"/>
              </a:rPr>
              <a:t>.</a:t>
            </a:r>
          </a:p>
          <a:p>
            <a:pPr marL="285750" indent="-285750">
              <a:buFont typeface="Wingdings" panose="05000000000000000000" pitchFamily="2" charset="2"/>
              <a:buChar char="Ø"/>
            </a:pPr>
            <a:endParaRPr lang="en-US" sz="1800" b="1" dirty="0">
              <a:latin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1800" b="1" dirty="0">
                <a:latin typeface="Calibri" panose="020F0502020204030204" pitchFamily="34" charset="0"/>
                <a:cs typeface="Calibri" panose="020F0502020204030204" pitchFamily="34" charset="0"/>
              </a:rPr>
              <a:t>XML: This is a markup language used to define the structure and layout of the user </a:t>
            </a:r>
            <a:r>
              <a:rPr lang="en-US" sz="1800" b="1" dirty="0" smtClean="0">
                <a:latin typeface="Calibri" panose="020F0502020204030204" pitchFamily="34" charset="0"/>
                <a:cs typeface="Calibri" panose="020F0502020204030204" pitchFamily="34" charset="0"/>
              </a:rPr>
              <a:t>interface.</a:t>
            </a:r>
            <a:endParaRPr lang="en-US" sz="1800" b="1" dirty="0">
              <a:latin typeface="Calibri" panose="020F0502020204030204" pitchFamily="34" charset="0"/>
              <a:cs typeface="Calibri" panose="020F0502020204030204" pitchFamily="34" charset="0"/>
            </a:endParaRPr>
          </a:p>
        </p:txBody>
      </p:sp>
      <p:sp>
        <p:nvSpPr>
          <p:cNvPr id="5" name="Google Shape;2529;g1fd5d481548_2_204"/>
          <p:cNvSpPr txBox="1"/>
          <p:nvPr/>
        </p:nvSpPr>
        <p:spPr>
          <a:xfrm>
            <a:off x="4765299" y="2215378"/>
            <a:ext cx="3466309" cy="3644509"/>
          </a:xfrm>
          <a:prstGeom prst="rect">
            <a:avLst/>
          </a:prstGeom>
          <a:ln>
            <a:noFill/>
            <a:headEnd type="none" w="sm" len="sm"/>
            <a:tailEnd type="none" w="sm" len="sm"/>
          </a:ln>
        </p:spPr>
        <p:style>
          <a:lnRef idx="2">
            <a:schemeClr val="dk1"/>
          </a:lnRef>
          <a:fillRef idx="1">
            <a:schemeClr val="lt1"/>
          </a:fillRef>
          <a:effectRef idx="0">
            <a:schemeClr val="dk1"/>
          </a:effectRef>
          <a:fontRef idx="minor">
            <a:schemeClr val="dk1"/>
          </a:fontRef>
        </p:style>
        <p:txBody>
          <a:bodyPr spcFirstLastPara="1" wrap="square" lIns="0" tIns="0" rIns="0" bIns="0" anchor="t" anchorCtr="0">
            <a:noAutofit/>
          </a:bodyPr>
          <a:lstStyle/>
          <a:p>
            <a:r>
              <a:rPr lang="en-US" sz="2400" b="1" dirty="0">
                <a:solidFill>
                  <a:srgbClr val="AD5F86"/>
                </a:solidFill>
                <a:latin typeface="Calibri" panose="020F0502020204030204" pitchFamily="34" charset="0"/>
                <a:cs typeface="Calibri" panose="020F0502020204030204" pitchFamily="34" charset="0"/>
              </a:rPr>
              <a:t>B</a:t>
            </a:r>
            <a:r>
              <a:rPr lang="en-US" sz="2400" b="1" dirty="0" smtClean="0">
                <a:solidFill>
                  <a:srgbClr val="AD5F86"/>
                </a:solidFill>
                <a:latin typeface="Calibri" panose="020F0502020204030204" pitchFamily="34" charset="0"/>
                <a:cs typeface="Calibri" panose="020F0502020204030204" pitchFamily="34" charset="0"/>
              </a:rPr>
              <a:t>ack-end </a:t>
            </a:r>
            <a:r>
              <a:rPr lang="en-US" sz="2400" b="1" dirty="0">
                <a:solidFill>
                  <a:srgbClr val="AD5F86"/>
                </a:solidFill>
                <a:latin typeface="Calibri" panose="020F0502020204030204" pitchFamily="34" charset="0"/>
                <a:cs typeface="Calibri" panose="020F0502020204030204" pitchFamily="34" charset="0"/>
              </a:rPr>
              <a:t>Technologies</a:t>
            </a:r>
            <a:r>
              <a:rPr lang="en-US" sz="2400" b="1" dirty="0" smtClean="0">
                <a:solidFill>
                  <a:srgbClr val="AD5F86"/>
                </a:solidFill>
                <a:latin typeface="Calibri" panose="020F0502020204030204" pitchFamily="34" charset="0"/>
                <a:cs typeface="Calibri" panose="020F0502020204030204" pitchFamily="34" charset="0"/>
              </a:rPr>
              <a:t>:</a:t>
            </a:r>
          </a:p>
          <a:p>
            <a:endParaRPr lang="en-US" sz="1800" b="1" dirty="0" smtClean="0">
              <a:latin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1800" b="1" dirty="0" smtClean="0">
                <a:latin typeface="Calibri" panose="020F0502020204030204" pitchFamily="34" charset="0"/>
                <a:cs typeface="Calibri" panose="020F0502020204030204" pitchFamily="34" charset="0"/>
              </a:rPr>
              <a:t>Node.js</a:t>
            </a:r>
            <a:r>
              <a:rPr lang="en-US" sz="1800" b="1" dirty="0">
                <a:latin typeface="Calibri" panose="020F0502020204030204" pitchFamily="34" charset="0"/>
                <a:cs typeface="Calibri" panose="020F0502020204030204" pitchFamily="34" charset="0"/>
              </a:rPr>
              <a:t>, </a:t>
            </a:r>
            <a:r>
              <a:rPr lang="en-US" sz="1800" b="1" dirty="0" smtClean="0">
                <a:latin typeface="Calibri" panose="020F0502020204030204" pitchFamily="34" charset="0"/>
                <a:cs typeface="Calibri" panose="020F0502020204030204" pitchFamily="34" charset="0"/>
              </a:rPr>
              <a:t>Python. These </a:t>
            </a:r>
            <a:r>
              <a:rPr lang="en-US" sz="1800" b="1" dirty="0">
                <a:latin typeface="Calibri" panose="020F0502020204030204" pitchFamily="34" charset="0"/>
                <a:cs typeface="Calibri" panose="020F0502020204030204" pitchFamily="34" charset="0"/>
              </a:rPr>
              <a:t>are popular server-side programming languages for building the back-end of the application</a:t>
            </a:r>
            <a:r>
              <a:rPr lang="en-US" sz="1800" b="1" dirty="0" smtClean="0">
                <a:latin typeface="Calibri" panose="020F0502020204030204" pitchFamily="34" charset="0"/>
                <a:cs typeface="Calibri" panose="020F0502020204030204" pitchFamily="34" charset="0"/>
              </a:rPr>
              <a:t>.</a:t>
            </a:r>
          </a:p>
          <a:p>
            <a:pPr marL="285750" indent="-285750">
              <a:buFont typeface="Wingdings" panose="05000000000000000000" pitchFamily="2" charset="2"/>
              <a:buChar char="Ø"/>
            </a:pPr>
            <a:endParaRPr lang="en-US" sz="1800" b="1" dirty="0">
              <a:latin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1800" b="1" dirty="0">
                <a:latin typeface="Calibri" panose="020F0502020204030204" pitchFamily="34" charset="0"/>
                <a:cs typeface="Calibri" panose="020F0502020204030204" pitchFamily="34" charset="0"/>
              </a:rPr>
              <a:t>Express.js, </a:t>
            </a:r>
            <a:r>
              <a:rPr lang="en-US" sz="1800" b="1" dirty="0" smtClean="0">
                <a:latin typeface="Calibri" panose="020F0502020204030204" pitchFamily="34" charset="0"/>
                <a:cs typeface="Calibri" panose="020F0502020204030204" pitchFamily="34" charset="0"/>
              </a:rPr>
              <a:t>Flask: </a:t>
            </a:r>
            <a:r>
              <a:rPr lang="en-US" sz="1800" b="1" dirty="0">
                <a:latin typeface="Calibri" panose="020F0502020204030204" pitchFamily="34" charset="0"/>
                <a:cs typeface="Calibri" panose="020F0502020204030204" pitchFamily="34" charset="0"/>
              </a:rPr>
              <a:t>These are popular web application frameworks that run on the server-side and provide the structure for building the back-end of the application.</a:t>
            </a:r>
          </a:p>
          <a:p>
            <a:pPr marL="285750" indent="-285750">
              <a:buFont typeface="Wingdings" panose="05000000000000000000" pitchFamily="2" charset="2"/>
              <a:buChar char="Ø"/>
            </a:pPr>
            <a:endParaRPr lang="en-US" sz="1800" b="1" dirty="0">
              <a:latin typeface="Calibri" panose="020F0502020204030204" pitchFamily="34" charset="0"/>
              <a:cs typeface="Calibri" panose="020F0502020204030204" pitchFamily="34" charset="0"/>
            </a:endParaRPr>
          </a:p>
        </p:txBody>
      </p:sp>
      <p:sp>
        <p:nvSpPr>
          <p:cNvPr id="6" name="Google Shape;2529;g1fd5d481548_2_204"/>
          <p:cNvSpPr txBox="1"/>
          <p:nvPr/>
        </p:nvSpPr>
        <p:spPr>
          <a:xfrm>
            <a:off x="8566575" y="2215378"/>
            <a:ext cx="3466309" cy="3644509"/>
          </a:xfrm>
          <a:prstGeom prst="rect">
            <a:avLst/>
          </a:prstGeom>
          <a:ln>
            <a:noFill/>
            <a:headEnd type="none" w="sm" len="sm"/>
            <a:tailEnd type="none" w="sm" len="sm"/>
          </a:ln>
        </p:spPr>
        <p:style>
          <a:lnRef idx="2">
            <a:schemeClr val="dk1"/>
          </a:lnRef>
          <a:fillRef idx="1">
            <a:schemeClr val="lt1"/>
          </a:fillRef>
          <a:effectRef idx="0">
            <a:schemeClr val="dk1"/>
          </a:effectRef>
          <a:fontRef idx="minor">
            <a:schemeClr val="dk1"/>
          </a:fontRef>
        </p:style>
        <p:txBody>
          <a:bodyPr spcFirstLastPara="1" wrap="square" lIns="0" tIns="0" rIns="0" bIns="0" anchor="t" anchorCtr="0">
            <a:noAutofit/>
          </a:bodyPr>
          <a:lstStyle/>
          <a:p>
            <a:r>
              <a:rPr lang="en-US" sz="2400" b="1" dirty="0">
                <a:solidFill>
                  <a:srgbClr val="AD5F86"/>
                </a:solidFill>
                <a:latin typeface="Calibri" panose="020F0502020204030204" pitchFamily="34" charset="0"/>
                <a:cs typeface="Calibri" panose="020F0502020204030204" pitchFamily="34" charset="0"/>
              </a:rPr>
              <a:t>Database Technologies</a:t>
            </a:r>
            <a:r>
              <a:rPr lang="en-US" sz="2400" b="1" dirty="0" smtClean="0">
                <a:solidFill>
                  <a:srgbClr val="AD5F86"/>
                </a:solidFill>
                <a:latin typeface="Calibri" panose="020F0502020204030204" pitchFamily="34" charset="0"/>
                <a:cs typeface="Calibri" panose="020F0502020204030204" pitchFamily="34" charset="0"/>
              </a:rPr>
              <a:t>:</a:t>
            </a:r>
          </a:p>
          <a:p>
            <a:endParaRPr lang="en-US" sz="1800" b="1" dirty="0">
              <a:latin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1800" b="1" dirty="0">
                <a:latin typeface="Calibri" panose="020F0502020204030204" pitchFamily="34" charset="0"/>
                <a:cs typeface="Calibri" panose="020F0502020204030204" pitchFamily="34" charset="0"/>
              </a:rPr>
              <a:t>SQLite: This is a popular embedded relational database management system that is commonly used for Android app development</a:t>
            </a:r>
            <a:r>
              <a:rPr lang="en-US" sz="1800" b="1" dirty="0" smtClean="0">
                <a:latin typeface="Calibri" panose="020F0502020204030204" pitchFamily="34" charset="0"/>
                <a:cs typeface="Calibri" panose="020F0502020204030204" pitchFamily="34" charset="0"/>
              </a:rPr>
              <a:t>.</a:t>
            </a:r>
          </a:p>
          <a:p>
            <a:pPr marL="285750" indent="-285750">
              <a:buFont typeface="Wingdings" panose="05000000000000000000" pitchFamily="2" charset="2"/>
              <a:buChar char="Ø"/>
            </a:pPr>
            <a:endParaRPr lang="en-US" sz="1800" b="1" dirty="0">
              <a:latin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1800" b="1" dirty="0">
                <a:latin typeface="Calibri" panose="020F0502020204030204" pitchFamily="34" charset="0"/>
                <a:cs typeface="Calibri" panose="020F0502020204030204" pitchFamily="34" charset="0"/>
              </a:rPr>
              <a:t>Firebase: This is a cloud-based platform that provides a NoSQL database, real-time data synchronization, and hosting services.</a:t>
            </a:r>
          </a:p>
          <a:p>
            <a:endParaRPr lang="en-US" sz="18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065382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33"/>
        <p:cNvGrpSpPr/>
        <p:nvPr/>
      </p:nvGrpSpPr>
      <p:grpSpPr>
        <a:xfrm>
          <a:off x="0" y="0"/>
          <a:ext cx="0" cy="0"/>
          <a:chOff x="0" y="0"/>
          <a:chExt cx="0" cy="0"/>
        </a:xfrm>
      </p:grpSpPr>
      <p:sp>
        <p:nvSpPr>
          <p:cNvPr id="2534" name="Google Shape;2534;g1fd5d481548_2_213"/>
          <p:cNvSpPr txBox="1">
            <a:spLocks noGrp="1"/>
          </p:cNvSpPr>
          <p:nvPr>
            <p:ph type="title"/>
          </p:nvPr>
        </p:nvSpPr>
        <p:spPr>
          <a:xfrm>
            <a:off x="952499" y="1096346"/>
            <a:ext cx="5780809" cy="610863"/>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dk1"/>
              </a:buClr>
              <a:buSzPts val="4400"/>
              <a:buFont typeface="Franklin Gothic"/>
              <a:buNone/>
            </a:pPr>
            <a:r>
              <a:rPr lang="en-US" dirty="0" smtClean="0">
                <a:solidFill>
                  <a:srgbClr val="4495A2"/>
                </a:solidFill>
                <a:latin typeface="Calibri" panose="020F0502020204030204" pitchFamily="34" charset="0"/>
                <a:cs typeface="Calibri" panose="020F0502020204030204" pitchFamily="34" charset="0"/>
              </a:rPr>
              <a:t>Approach </a:t>
            </a:r>
            <a:r>
              <a:rPr lang="en-US" dirty="0">
                <a:solidFill>
                  <a:srgbClr val="4495A2"/>
                </a:solidFill>
                <a:latin typeface="Calibri" panose="020F0502020204030204" pitchFamily="34" charset="0"/>
                <a:cs typeface="Calibri" panose="020F0502020204030204" pitchFamily="34" charset="0"/>
              </a:rPr>
              <a:t>Details</a:t>
            </a:r>
            <a:endParaRPr dirty="0">
              <a:solidFill>
                <a:srgbClr val="4495A2"/>
              </a:solidFill>
              <a:latin typeface="Calibri" panose="020F0502020204030204" pitchFamily="34" charset="0"/>
              <a:cs typeface="Calibri" panose="020F0502020204030204" pitchFamily="34" charset="0"/>
            </a:endParaRPr>
          </a:p>
        </p:txBody>
      </p:sp>
      <p:sp>
        <p:nvSpPr>
          <p:cNvPr id="2535" name="Google Shape;2535;g1fd5d481548_2_213"/>
          <p:cNvSpPr txBox="1">
            <a:spLocks noGrp="1"/>
          </p:cNvSpPr>
          <p:nvPr>
            <p:ph type="body" idx="2"/>
          </p:nvPr>
        </p:nvSpPr>
        <p:spPr>
          <a:xfrm>
            <a:off x="952499" y="2267741"/>
            <a:ext cx="4838700" cy="315915"/>
          </a:xfrm>
          <a:prstGeom prst="rect">
            <a:avLst/>
          </a:prstGeom>
          <a:noFill/>
          <a:ln>
            <a:noFill/>
          </a:ln>
        </p:spPr>
        <p:txBody>
          <a:bodyPr spcFirstLastPara="1" wrap="square" lIns="91425" tIns="45700" rIns="91425" bIns="45700" anchor="t" anchorCtr="0">
            <a:noAutofit/>
          </a:bodyPr>
          <a:lstStyle/>
          <a:p>
            <a:pPr marL="228600" lvl="0" indent="-228600" algn="ctr" rtl="0">
              <a:lnSpc>
                <a:spcPct val="90000"/>
              </a:lnSpc>
              <a:spcBef>
                <a:spcPts val="0"/>
              </a:spcBef>
              <a:spcAft>
                <a:spcPts val="0"/>
              </a:spcAft>
              <a:buClr>
                <a:schemeClr val="lt2"/>
              </a:buClr>
              <a:buSzPts val="1800"/>
              <a:buNone/>
            </a:pPr>
            <a:r>
              <a:rPr lang="en-US" sz="2400" b="1" dirty="0" smtClean="0">
                <a:latin typeface="Calibri" panose="020F0502020204030204" pitchFamily="34" charset="0"/>
                <a:cs typeface="Calibri" panose="020F0502020204030204" pitchFamily="34" charset="0"/>
              </a:rPr>
              <a:t>Use Cases</a:t>
            </a:r>
            <a:endParaRPr sz="2400" b="1" dirty="0">
              <a:latin typeface="Calibri" panose="020F0502020204030204" pitchFamily="34" charset="0"/>
              <a:cs typeface="Calibri" panose="020F0502020204030204" pitchFamily="34" charset="0"/>
            </a:endParaRPr>
          </a:p>
        </p:txBody>
      </p:sp>
      <p:sp>
        <p:nvSpPr>
          <p:cNvPr id="2536" name="Google Shape;2536;g1fd5d481548_2_213"/>
          <p:cNvSpPr txBox="1">
            <a:spLocks noGrp="1"/>
          </p:cNvSpPr>
          <p:nvPr>
            <p:ph type="body" idx="1"/>
          </p:nvPr>
        </p:nvSpPr>
        <p:spPr>
          <a:xfrm>
            <a:off x="952499" y="2656903"/>
            <a:ext cx="4838701" cy="3922968"/>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514350" indent="-285750">
              <a:buFont typeface="Arial" panose="020B0604020202020204" pitchFamily="34" charset="0"/>
              <a:buChar char="•"/>
            </a:pPr>
            <a:r>
              <a:rPr lang="en-US" sz="1800" b="1" dirty="0" smtClean="0">
                <a:latin typeface="Calibri" panose="020F0502020204030204" pitchFamily="34" charset="0"/>
                <a:cs typeface="Calibri" panose="020F0502020204030204" pitchFamily="34" charset="0"/>
              </a:rPr>
              <a:t>To </a:t>
            </a:r>
            <a:r>
              <a:rPr lang="en-US" sz="1800" b="1" dirty="0">
                <a:latin typeface="Calibri" panose="020F0502020204030204" pitchFamily="34" charset="0"/>
                <a:cs typeface="Calibri" panose="020F0502020204030204" pitchFamily="34" charset="0"/>
              </a:rPr>
              <a:t>ensure the authenticity of the certificate: Verification helps to confirm that the certificate is not counterfeit or fraudulent.</a:t>
            </a:r>
          </a:p>
          <a:p>
            <a:pPr marL="514350" indent="-285750">
              <a:buFont typeface="Arial" panose="020B0604020202020204" pitchFamily="34" charset="0"/>
              <a:buChar char="•"/>
            </a:pPr>
            <a:r>
              <a:rPr lang="en-US" sz="1800" b="1" dirty="0">
                <a:latin typeface="Calibri" panose="020F0502020204030204" pitchFamily="34" charset="0"/>
                <a:cs typeface="Calibri" panose="020F0502020204030204" pitchFamily="34" charset="0"/>
              </a:rPr>
              <a:t>To verify the identity of the holder: Verification allows for confirmation that the individual presenting the certificate is the same person who earned it.</a:t>
            </a:r>
          </a:p>
          <a:p>
            <a:pPr marL="514350" indent="-285750">
              <a:buFont typeface="Arial" panose="020B0604020202020204" pitchFamily="34" charset="0"/>
              <a:buChar char="•"/>
            </a:pPr>
            <a:r>
              <a:rPr lang="en-US" sz="1800" b="1" dirty="0">
                <a:latin typeface="Calibri" panose="020F0502020204030204" pitchFamily="34" charset="0"/>
                <a:cs typeface="Calibri" panose="020F0502020204030204" pitchFamily="34" charset="0"/>
              </a:rPr>
              <a:t>To maintain the integrity of the certification process: Verification helps to ensure that the certification process is fair and unbiased, and that standards are maintained.</a:t>
            </a:r>
          </a:p>
          <a:p>
            <a:pPr marL="285750" lvl="0" indent="-285750" rtl="0">
              <a:lnSpc>
                <a:spcPct val="90000"/>
              </a:lnSpc>
              <a:spcBef>
                <a:spcPts val="0"/>
              </a:spcBef>
              <a:spcAft>
                <a:spcPts val="0"/>
              </a:spcAft>
              <a:buClr>
                <a:schemeClr val="dk1"/>
              </a:buClr>
              <a:buSzPts val="1600"/>
              <a:buFont typeface="Arial" panose="020B0604020202020204" pitchFamily="34" charset="0"/>
              <a:buChar char="•"/>
            </a:pPr>
            <a:endParaRPr sz="1800" b="1" dirty="0">
              <a:latin typeface="Calibri" panose="020F0502020204030204" pitchFamily="34" charset="0"/>
              <a:cs typeface="Calibri" panose="020F0502020204030204" pitchFamily="34" charset="0"/>
            </a:endParaRPr>
          </a:p>
        </p:txBody>
      </p:sp>
      <p:sp>
        <p:nvSpPr>
          <p:cNvPr id="2537" name="Google Shape;2537;g1fd5d481548_2_213"/>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fld id="{00000000-1234-1234-1234-123412341234}" type="slidenum">
              <a:rPr lang="en-US">
                <a:latin typeface="Calibri" panose="020F0502020204030204" pitchFamily="34" charset="0"/>
                <a:cs typeface="Calibri" panose="020F0502020204030204" pitchFamily="34" charset="0"/>
              </a:rPr>
              <a:t>8</a:t>
            </a:fld>
            <a:endParaRPr>
              <a:latin typeface="Calibri" panose="020F0502020204030204" pitchFamily="34" charset="0"/>
              <a:cs typeface="Calibri" panose="020F0502020204030204" pitchFamily="34" charset="0"/>
            </a:endParaRPr>
          </a:p>
        </p:txBody>
      </p:sp>
      <p:sp>
        <p:nvSpPr>
          <p:cNvPr id="2538" name="Google Shape;2538;g1fd5d481548_2_213"/>
          <p:cNvSpPr txBox="1"/>
          <p:nvPr/>
        </p:nvSpPr>
        <p:spPr>
          <a:xfrm>
            <a:off x="6248399" y="2174652"/>
            <a:ext cx="5143500" cy="409004"/>
          </a:xfrm>
          <a:prstGeom prst="rect">
            <a:avLst/>
          </a:prstGeom>
          <a:noFill/>
          <a:ln>
            <a:noFill/>
          </a:ln>
        </p:spPr>
        <p:txBody>
          <a:bodyPr spcFirstLastPara="1" wrap="square" lIns="91425" tIns="45700" rIns="91425" bIns="45700" anchor="t" anchorCtr="0">
            <a:noAutofit/>
          </a:bodyPr>
          <a:lstStyle/>
          <a:p>
            <a:pPr marL="228600" marR="0" lvl="0" indent="-228600" algn="ctr" rtl="0">
              <a:lnSpc>
                <a:spcPct val="90000"/>
              </a:lnSpc>
              <a:spcBef>
                <a:spcPts val="0"/>
              </a:spcBef>
              <a:spcAft>
                <a:spcPts val="0"/>
              </a:spcAft>
              <a:buClr>
                <a:schemeClr val="lt2"/>
              </a:buClr>
              <a:buSzPts val="1800"/>
              <a:buFont typeface="Arial"/>
              <a:buNone/>
            </a:pPr>
            <a:r>
              <a:rPr lang="en-US" sz="2400" b="1" i="0" u="none" strike="noStrike" cap="none" dirty="0" smtClean="0">
                <a:solidFill>
                  <a:schemeClr val="lt2"/>
                </a:solidFill>
                <a:latin typeface="Calibri" panose="020F0502020204030204" pitchFamily="34" charset="0"/>
                <a:ea typeface="Franklin Gothic"/>
                <a:cs typeface="Calibri" panose="020F0502020204030204" pitchFamily="34" charset="0"/>
                <a:sym typeface="Franklin Gothic"/>
              </a:rPr>
              <a:t>Dependencies</a:t>
            </a:r>
            <a:endParaRPr sz="2400" b="1" i="0" u="none" strike="noStrike" cap="none" dirty="0">
              <a:solidFill>
                <a:srgbClr val="000000"/>
              </a:solidFill>
              <a:latin typeface="Calibri" panose="020F0502020204030204" pitchFamily="34" charset="0"/>
              <a:cs typeface="Calibri" panose="020F0502020204030204" pitchFamily="34" charset="0"/>
              <a:sym typeface="Arial"/>
            </a:endParaRPr>
          </a:p>
        </p:txBody>
      </p:sp>
      <p:sp>
        <p:nvSpPr>
          <p:cNvPr id="2539" name="Google Shape;2539;g1fd5d481548_2_213"/>
          <p:cNvSpPr txBox="1"/>
          <p:nvPr/>
        </p:nvSpPr>
        <p:spPr>
          <a:xfrm>
            <a:off x="6248399" y="2656902"/>
            <a:ext cx="5143500" cy="4023297"/>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a:lnSpc>
                <a:spcPct val="90000"/>
              </a:lnSpc>
              <a:buClr>
                <a:schemeClr val="dk1"/>
              </a:buClr>
              <a:buSzPts val="1600"/>
            </a:pPr>
            <a:endParaRPr lang="en-US" sz="1800" b="1" dirty="0" smtClean="0">
              <a:latin typeface="Calibri" panose="020F0502020204030204" pitchFamily="34" charset="0"/>
              <a:cs typeface="Calibri" panose="020F0502020204030204" pitchFamily="34" charset="0"/>
            </a:endParaRPr>
          </a:p>
          <a:p>
            <a:pPr marL="285750" lvl="0" indent="-285750">
              <a:lnSpc>
                <a:spcPct val="90000"/>
              </a:lnSpc>
              <a:buClr>
                <a:schemeClr val="dk1"/>
              </a:buClr>
              <a:buSzPts val="1600"/>
              <a:buFont typeface="Arial" panose="020B0604020202020204" pitchFamily="34" charset="0"/>
              <a:buChar char="•"/>
            </a:pPr>
            <a:r>
              <a:rPr lang="en-US" sz="1800" b="1" dirty="0" smtClean="0">
                <a:latin typeface="Calibri" panose="020F0502020204030204" pitchFamily="34" charset="0"/>
                <a:cs typeface="Calibri" panose="020F0502020204030204" pitchFamily="34" charset="0"/>
              </a:rPr>
              <a:t>Dentity </a:t>
            </a:r>
            <a:r>
              <a:rPr lang="en-US" sz="1800" b="1" dirty="0">
                <a:latin typeface="Calibri" panose="020F0502020204030204" pitchFamily="34" charset="0"/>
                <a:cs typeface="Calibri" panose="020F0502020204030204" pitchFamily="34" charset="0"/>
              </a:rPr>
              <a:t>management: Blockchain can be used to create a decentralized identity management system that can be used to manage identity verification and authentication. This can help to reduce the risk of identity theft and fraud.</a:t>
            </a:r>
            <a:r>
              <a:rPr lang="en-US" sz="1800" b="1" i="0" u="none" strike="noStrike" cap="none" dirty="0" smtClean="0">
                <a:solidFill>
                  <a:schemeClr val="dk1"/>
                </a:solidFill>
                <a:latin typeface="Calibri" panose="020F0502020204030204" pitchFamily="34" charset="0"/>
                <a:ea typeface="Libre Franklin"/>
                <a:cs typeface="Calibri" panose="020F0502020204030204" pitchFamily="34" charset="0"/>
                <a:sym typeface="Libre Franklin"/>
              </a:rPr>
              <a:t>  </a:t>
            </a:r>
          </a:p>
          <a:p>
            <a:pPr marL="285750" lvl="0" indent="-285750">
              <a:lnSpc>
                <a:spcPct val="90000"/>
              </a:lnSpc>
              <a:buClr>
                <a:schemeClr val="dk1"/>
              </a:buClr>
              <a:buSzPts val="1600"/>
              <a:buFont typeface="Arial" panose="020B0604020202020204" pitchFamily="34" charset="0"/>
              <a:buChar char="•"/>
            </a:pPr>
            <a:endParaRPr lang="en-US" sz="1800" b="1" dirty="0" smtClean="0">
              <a:solidFill>
                <a:schemeClr val="dk1"/>
              </a:solidFill>
              <a:latin typeface="Calibri" panose="020F0502020204030204" pitchFamily="34" charset="0"/>
              <a:cs typeface="Calibri" panose="020F0502020204030204" pitchFamily="34" charset="0"/>
              <a:sym typeface="Libre Franklin"/>
            </a:endParaRPr>
          </a:p>
          <a:p>
            <a:pPr marL="285750" indent="-285750">
              <a:lnSpc>
                <a:spcPct val="90000"/>
              </a:lnSpc>
              <a:buClr>
                <a:schemeClr val="dk1"/>
              </a:buClr>
              <a:buSzPts val="1600"/>
              <a:buFont typeface="Arial" panose="020B0604020202020204" pitchFamily="34" charset="0"/>
              <a:buChar char="•"/>
            </a:pPr>
            <a:r>
              <a:rPr lang="en-US" sz="1800" b="1" dirty="0">
                <a:latin typeface="Calibri" panose="020F0502020204030204" pitchFamily="34" charset="0"/>
                <a:cs typeface="Calibri" panose="020F0502020204030204" pitchFamily="34" charset="0"/>
              </a:rPr>
              <a:t>Voting systems: Blockchain technology can be used to create secure and transparent voting systems that can help to prevent election fraud and ensure that election results are accurate and trustworthy.</a:t>
            </a:r>
          </a:p>
          <a:p>
            <a:pPr marL="285750" lvl="0" indent="-285750">
              <a:lnSpc>
                <a:spcPct val="90000"/>
              </a:lnSpc>
              <a:buClr>
                <a:schemeClr val="dk1"/>
              </a:buClr>
              <a:buSzPts val="1600"/>
              <a:buFont typeface="Noto Sans Symbols"/>
              <a:buChar char="⮚"/>
            </a:pPr>
            <a:endParaRPr sz="1800" b="1" i="0" u="none" strike="noStrike" cap="none" dirty="0">
              <a:solidFill>
                <a:srgbClr val="000000"/>
              </a:solidFill>
              <a:latin typeface="Calibri" panose="020F0502020204030204" pitchFamily="34" charset="0"/>
              <a:cs typeface="Calibri" panose="020F0502020204030204" pitchFamily="34" charset="0"/>
              <a:sym typeface="Aria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43"/>
        <p:cNvGrpSpPr/>
        <p:nvPr/>
      </p:nvGrpSpPr>
      <p:grpSpPr>
        <a:xfrm>
          <a:off x="0" y="0"/>
          <a:ext cx="0" cy="0"/>
          <a:chOff x="0" y="0"/>
          <a:chExt cx="0" cy="0"/>
        </a:xfrm>
      </p:grpSpPr>
      <p:sp>
        <p:nvSpPr>
          <p:cNvPr id="2544" name="Google Shape;2544;g1fd5d481548_2_222"/>
          <p:cNvSpPr txBox="1">
            <a:spLocks noGrp="1"/>
          </p:cNvSpPr>
          <p:nvPr>
            <p:ph type="title"/>
          </p:nvPr>
        </p:nvSpPr>
        <p:spPr>
          <a:xfrm>
            <a:off x="964023" y="853305"/>
            <a:ext cx="6617507" cy="610863"/>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dk1"/>
              </a:buClr>
              <a:buSzPts val="4400"/>
              <a:buFont typeface="Franklin Gothic"/>
              <a:buNone/>
            </a:pPr>
            <a:r>
              <a:rPr lang="en-US">
                <a:latin typeface="Calibri" panose="020F0502020204030204" pitchFamily="34" charset="0"/>
                <a:cs typeface="Calibri" panose="020F0502020204030204" pitchFamily="34" charset="0"/>
              </a:rPr>
              <a:t>Team Member Details </a:t>
            </a:r>
            <a:endParaRPr>
              <a:latin typeface="Calibri" panose="020F0502020204030204" pitchFamily="34" charset="0"/>
              <a:cs typeface="Calibri" panose="020F0502020204030204" pitchFamily="34" charset="0"/>
            </a:endParaRPr>
          </a:p>
        </p:txBody>
      </p:sp>
      <p:sp>
        <p:nvSpPr>
          <p:cNvPr id="2545" name="Google Shape;2545;g1fd5d481548_2_222"/>
          <p:cNvSpPr txBox="1">
            <a:spLocks noGrp="1"/>
          </p:cNvSpPr>
          <p:nvPr>
            <p:ph type="body" idx="1"/>
          </p:nvPr>
        </p:nvSpPr>
        <p:spPr>
          <a:xfrm>
            <a:off x="964023" y="2137559"/>
            <a:ext cx="11145119" cy="4720441"/>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5D7C3F"/>
              </a:buClr>
              <a:buSzPts val="1200"/>
              <a:buNone/>
            </a:pPr>
            <a:r>
              <a:rPr lang="en-US" sz="1800" b="1" dirty="0">
                <a:solidFill>
                  <a:srgbClr val="5D7C3F"/>
                </a:solidFill>
                <a:latin typeface="Calibri" panose="020F0502020204030204" pitchFamily="34" charset="0"/>
                <a:cs typeface="Calibri" panose="020F0502020204030204" pitchFamily="34" charset="0"/>
              </a:rPr>
              <a:t>Team Leader Name: </a:t>
            </a:r>
            <a:r>
              <a:rPr lang="en-US" sz="1800" b="1" dirty="0" smtClean="0">
                <a:solidFill>
                  <a:srgbClr val="5D7C3F"/>
                </a:solidFill>
                <a:latin typeface="Calibri" panose="020F0502020204030204" pitchFamily="34" charset="0"/>
                <a:cs typeface="Calibri" panose="020F0502020204030204" pitchFamily="34" charset="0"/>
              </a:rPr>
              <a:t>Ayush jadham</a:t>
            </a:r>
            <a:endParaRPr lang="en-US" sz="1800" dirty="0" smtClean="0">
              <a:latin typeface="Calibri" panose="020F0502020204030204" pitchFamily="34" charset="0"/>
              <a:cs typeface="Calibri" panose="020F0502020204030204" pitchFamily="34" charset="0"/>
            </a:endParaRPr>
          </a:p>
          <a:p>
            <a:pPr marL="0" indent="0">
              <a:buClr>
                <a:srgbClr val="5D7C3F"/>
              </a:buClr>
              <a:buSzPts val="1200"/>
            </a:pPr>
            <a:r>
              <a:rPr lang="en-US" sz="1800" dirty="0">
                <a:latin typeface="Calibri" panose="020F0502020204030204" pitchFamily="34" charset="0"/>
                <a:cs typeface="Calibri" panose="020F0502020204030204" pitchFamily="34" charset="0"/>
              </a:rPr>
              <a:t>Branch (Btech)			Stream ( CSE )			Year (II) </a:t>
            </a:r>
          </a:p>
          <a:p>
            <a:pPr marL="0" lvl="0" indent="0" algn="l" rtl="0">
              <a:lnSpc>
                <a:spcPct val="90000"/>
              </a:lnSpc>
              <a:spcBef>
                <a:spcPts val="1000"/>
              </a:spcBef>
              <a:spcAft>
                <a:spcPts val="0"/>
              </a:spcAft>
              <a:buClr>
                <a:srgbClr val="5D7C3F"/>
              </a:buClr>
              <a:buSzPts val="1200"/>
              <a:buNone/>
            </a:pPr>
            <a:r>
              <a:rPr lang="en-US" sz="1800" b="1" dirty="0" smtClean="0">
                <a:solidFill>
                  <a:srgbClr val="5D7C3F"/>
                </a:solidFill>
                <a:latin typeface="Calibri" panose="020F0502020204030204" pitchFamily="34" charset="0"/>
                <a:cs typeface="Calibri" panose="020F0502020204030204" pitchFamily="34" charset="0"/>
              </a:rPr>
              <a:t>Team Member 1 Name: Aayushi Mishra</a:t>
            </a:r>
          </a:p>
          <a:p>
            <a:pPr marL="0" lvl="0" indent="0" algn="l" rtl="0">
              <a:lnSpc>
                <a:spcPct val="90000"/>
              </a:lnSpc>
              <a:spcBef>
                <a:spcPts val="1000"/>
              </a:spcBef>
              <a:spcAft>
                <a:spcPts val="0"/>
              </a:spcAft>
              <a:buClr>
                <a:srgbClr val="5D7C3F"/>
              </a:buClr>
              <a:buSzPts val="1200"/>
              <a:buNone/>
            </a:pPr>
            <a:r>
              <a:rPr lang="en-US" sz="1800" dirty="0" smtClean="0">
                <a:latin typeface="Calibri" panose="020F0502020204030204" pitchFamily="34" charset="0"/>
                <a:cs typeface="Calibri" panose="020F0502020204030204" pitchFamily="34" charset="0"/>
              </a:rPr>
              <a:t>Branch (Btech)			Stream ( CSE )			Year (II) </a:t>
            </a:r>
          </a:p>
          <a:p>
            <a:pPr marL="0" lvl="0" indent="0">
              <a:buClr>
                <a:srgbClr val="5D7C3F"/>
              </a:buClr>
              <a:buSzPts val="1200"/>
            </a:pPr>
            <a:r>
              <a:rPr lang="en-US" sz="1800" b="1" dirty="0">
                <a:solidFill>
                  <a:srgbClr val="5D7C3F"/>
                </a:solidFill>
                <a:latin typeface="Calibri" panose="020F0502020204030204" pitchFamily="34" charset="0"/>
                <a:cs typeface="Calibri" panose="020F0502020204030204" pitchFamily="34" charset="0"/>
              </a:rPr>
              <a:t>Team Member </a:t>
            </a:r>
            <a:r>
              <a:rPr lang="en-US" sz="1800" b="1" dirty="0" smtClean="0">
                <a:solidFill>
                  <a:srgbClr val="5D7C3F"/>
                </a:solidFill>
                <a:latin typeface="Calibri" panose="020F0502020204030204" pitchFamily="34" charset="0"/>
                <a:cs typeface="Calibri" panose="020F0502020204030204" pitchFamily="34" charset="0"/>
              </a:rPr>
              <a:t>2 </a:t>
            </a:r>
            <a:r>
              <a:rPr lang="en-US" sz="1800" b="1" dirty="0">
                <a:solidFill>
                  <a:srgbClr val="5D7C3F"/>
                </a:solidFill>
                <a:latin typeface="Calibri" panose="020F0502020204030204" pitchFamily="34" charset="0"/>
                <a:cs typeface="Calibri" panose="020F0502020204030204" pitchFamily="34" charset="0"/>
              </a:rPr>
              <a:t>Name: Kanak </a:t>
            </a:r>
            <a:r>
              <a:rPr lang="en-US" sz="1800" b="1" dirty="0" smtClean="0">
                <a:solidFill>
                  <a:srgbClr val="5D7C3F"/>
                </a:solidFill>
                <a:latin typeface="Calibri" panose="020F0502020204030204" pitchFamily="34" charset="0"/>
                <a:cs typeface="Calibri" panose="020F0502020204030204" pitchFamily="34" charset="0"/>
              </a:rPr>
              <a:t>Virhe</a:t>
            </a:r>
            <a:endParaRPr lang="en-US" sz="1800" b="1" dirty="0">
              <a:solidFill>
                <a:srgbClr val="5D7C3F"/>
              </a:solidFill>
              <a:latin typeface="Calibri" panose="020F0502020204030204" pitchFamily="34" charset="0"/>
              <a:cs typeface="Calibri" panose="020F0502020204030204" pitchFamily="34" charset="0"/>
            </a:endParaRPr>
          </a:p>
          <a:p>
            <a:pPr marL="0" lvl="0" indent="0">
              <a:buClr>
                <a:srgbClr val="5D7C3F"/>
              </a:buClr>
              <a:buSzPts val="1200"/>
            </a:pPr>
            <a:r>
              <a:rPr lang="en-US" sz="1800" dirty="0">
                <a:latin typeface="Calibri" panose="020F0502020204030204" pitchFamily="34" charset="0"/>
                <a:cs typeface="Calibri" panose="020F0502020204030204" pitchFamily="34" charset="0"/>
              </a:rPr>
              <a:t>Branch (Btech)			Stream ( CSE )			Year (II) </a:t>
            </a:r>
          </a:p>
          <a:p>
            <a:pPr marL="0" lvl="0" indent="0">
              <a:buClr>
                <a:srgbClr val="5D7C3F"/>
              </a:buClr>
              <a:buSzPts val="1200"/>
            </a:pPr>
            <a:r>
              <a:rPr lang="en-US" sz="1800" b="1" dirty="0">
                <a:solidFill>
                  <a:srgbClr val="5D7C3F"/>
                </a:solidFill>
                <a:latin typeface="Calibri" panose="020F0502020204030204" pitchFamily="34" charset="0"/>
                <a:cs typeface="Calibri" panose="020F0502020204030204" pitchFamily="34" charset="0"/>
              </a:rPr>
              <a:t>Team Member </a:t>
            </a:r>
            <a:r>
              <a:rPr lang="en-US" sz="1800" b="1" dirty="0" smtClean="0">
                <a:solidFill>
                  <a:srgbClr val="5D7C3F"/>
                </a:solidFill>
                <a:latin typeface="Calibri" panose="020F0502020204030204" pitchFamily="34" charset="0"/>
                <a:cs typeface="Calibri" panose="020F0502020204030204" pitchFamily="34" charset="0"/>
              </a:rPr>
              <a:t>3 </a:t>
            </a:r>
            <a:r>
              <a:rPr lang="en-US" sz="1800" b="1" dirty="0">
                <a:solidFill>
                  <a:srgbClr val="5D7C3F"/>
                </a:solidFill>
                <a:latin typeface="Calibri" panose="020F0502020204030204" pitchFamily="34" charset="0"/>
                <a:cs typeface="Calibri" panose="020F0502020204030204" pitchFamily="34" charset="0"/>
              </a:rPr>
              <a:t>Name: </a:t>
            </a:r>
            <a:r>
              <a:rPr lang="en-US" sz="1800" b="1" dirty="0" smtClean="0">
                <a:solidFill>
                  <a:srgbClr val="5D7C3F"/>
                </a:solidFill>
                <a:latin typeface="Calibri" panose="020F0502020204030204" pitchFamily="34" charset="0"/>
                <a:cs typeface="Calibri" panose="020F0502020204030204" pitchFamily="34" charset="0"/>
              </a:rPr>
              <a:t>Ayushi Nagar</a:t>
            </a:r>
          </a:p>
          <a:p>
            <a:pPr marL="0" lvl="0" indent="0">
              <a:buClr>
                <a:srgbClr val="5D7C3F"/>
              </a:buClr>
              <a:buSzPts val="1200"/>
            </a:pPr>
            <a:r>
              <a:rPr lang="en-US" sz="1800" dirty="0" smtClean="0">
                <a:latin typeface="Calibri" panose="020F0502020204030204" pitchFamily="34" charset="0"/>
                <a:cs typeface="Calibri" panose="020F0502020204030204" pitchFamily="34" charset="0"/>
              </a:rPr>
              <a:t>Branch </a:t>
            </a:r>
            <a:r>
              <a:rPr lang="en-US" sz="1800" dirty="0">
                <a:latin typeface="Calibri" panose="020F0502020204030204" pitchFamily="34" charset="0"/>
                <a:cs typeface="Calibri" panose="020F0502020204030204" pitchFamily="34" charset="0"/>
              </a:rPr>
              <a:t>(Btech)			Stream ( CSE )			Year (II) </a:t>
            </a:r>
          </a:p>
          <a:p>
            <a:pPr marL="0" lvl="0" indent="0">
              <a:buClr>
                <a:srgbClr val="5D7C3F"/>
              </a:buClr>
              <a:buSzPts val="1200"/>
            </a:pPr>
            <a:r>
              <a:rPr lang="en-US" sz="1800" b="1" dirty="0">
                <a:solidFill>
                  <a:srgbClr val="5D7C3F"/>
                </a:solidFill>
                <a:latin typeface="Calibri" panose="020F0502020204030204" pitchFamily="34" charset="0"/>
                <a:cs typeface="Calibri" panose="020F0502020204030204" pitchFamily="34" charset="0"/>
              </a:rPr>
              <a:t>Team Member </a:t>
            </a:r>
            <a:r>
              <a:rPr lang="en-US" sz="1800" b="1" dirty="0" smtClean="0">
                <a:solidFill>
                  <a:srgbClr val="5D7C3F"/>
                </a:solidFill>
                <a:latin typeface="Calibri" panose="020F0502020204030204" pitchFamily="34" charset="0"/>
                <a:cs typeface="Calibri" panose="020F0502020204030204" pitchFamily="34" charset="0"/>
              </a:rPr>
              <a:t>4 </a:t>
            </a:r>
            <a:r>
              <a:rPr lang="en-US" sz="1800" b="1" dirty="0">
                <a:solidFill>
                  <a:srgbClr val="5D7C3F"/>
                </a:solidFill>
                <a:latin typeface="Calibri" panose="020F0502020204030204" pitchFamily="34" charset="0"/>
                <a:cs typeface="Calibri" panose="020F0502020204030204" pitchFamily="34" charset="0"/>
              </a:rPr>
              <a:t>Name: Bhupendra </a:t>
            </a:r>
            <a:r>
              <a:rPr lang="en-US" sz="1800" b="1" dirty="0" smtClean="0">
                <a:solidFill>
                  <a:srgbClr val="5D7C3F"/>
                </a:solidFill>
                <a:latin typeface="Calibri" panose="020F0502020204030204" pitchFamily="34" charset="0"/>
                <a:cs typeface="Calibri" panose="020F0502020204030204" pitchFamily="34" charset="0"/>
              </a:rPr>
              <a:t>Rathoriya</a:t>
            </a:r>
          </a:p>
          <a:p>
            <a:pPr marL="0" lvl="0" indent="0">
              <a:buClr>
                <a:srgbClr val="5D7C3F"/>
              </a:buClr>
              <a:buSzPts val="1200"/>
            </a:pPr>
            <a:r>
              <a:rPr lang="en-US" sz="1800" dirty="0" smtClean="0">
                <a:latin typeface="Calibri" panose="020F0502020204030204" pitchFamily="34" charset="0"/>
                <a:cs typeface="Calibri" panose="020F0502020204030204" pitchFamily="34" charset="0"/>
              </a:rPr>
              <a:t>Branch </a:t>
            </a:r>
            <a:r>
              <a:rPr lang="en-US" sz="1800" dirty="0">
                <a:latin typeface="Calibri" panose="020F0502020204030204" pitchFamily="34" charset="0"/>
                <a:cs typeface="Calibri" panose="020F0502020204030204" pitchFamily="34" charset="0"/>
              </a:rPr>
              <a:t>(Btech)			Stream ( CSE )			Year (II) </a:t>
            </a:r>
          </a:p>
          <a:p>
            <a:pPr marL="0" lvl="0" indent="0" algn="l" rtl="0">
              <a:lnSpc>
                <a:spcPct val="90000"/>
              </a:lnSpc>
              <a:spcBef>
                <a:spcPts val="1000"/>
              </a:spcBef>
              <a:spcAft>
                <a:spcPts val="0"/>
              </a:spcAft>
              <a:buClr>
                <a:srgbClr val="5D7C3F"/>
              </a:buClr>
              <a:buSzPts val="1200"/>
              <a:buNone/>
            </a:pPr>
            <a:endParaRPr sz="1800" dirty="0">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heme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1581</TotalTime>
  <Words>734</Words>
  <Application>Microsoft Office PowerPoint</Application>
  <PresentationFormat>Widescreen</PresentationFormat>
  <Paragraphs>64</Paragraphs>
  <Slides>9</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Inter</vt:lpstr>
      <vt:lpstr>Noto Sans Symbols</vt:lpstr>
      <vt:lpstr>Wingdings</vt:lpstr>
      <vt:lpstr>Franklin Gothic</vt:lpstr>
      <vt:lpstr>Libre Franklin</vt:lpstr>
      <vt:lpstr>Arial</vt:lpstr>
      <vt:lpstr>Bahnschrift SemiCondensed</vt:lpstr>
      <vt:lpstr>Calibri</vt:lpstr>
      <vt:lpstr>Theme1</vt:lpstr>
      <vt:lpstr>Basic Details of the Team and Problem Statement</vt:lpstr>
      <vt:lpstr>Approach Details</vt:lpstr>
      <vt:lpstr>PowerPoint Presentation</vt:lpstr>
      <vt:lpstr>PowerPoint Presentation</vt:lpstr>
      <vt:lpstr>PowerPoint Presentation</vt:lpstr>
      <vt:lpstr>PowerPoint Presentation</vt:lpstr>
      <vt:lpstr>Technological stack</vt:lpstr>
      <vt:lpstr>Approach Details</vt:lpstr>
      <vt:lpstr>Team Member Details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Details of the Team and Problem Statement</dc:title>
  <dc:creator>Sarim Moin</dc:creator>
  <cp:lastModifiedBy>Haru</cp:lastModifiedBy>
  <cp:revision>56</cp:revision>
  <dcterms:created xsi:type="dcterms:W3CDTF">2022-02-11T07:14:46Z</dcterms:created>
  <dcterms:modified xsi:type="dcterms:W3CDTF">2023-03-26T19:32:15Z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